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5" r:id="rId6"/>
    <p:sldId id="260" r:id="rId7"/>
    <p:sldId id="261" r:id="rId8"/>
    <p:sldId id="262" r:id="rId9"/>
    <p:sldId id="259" r:id="rId10"/>
    <p:sldId id="268" r:id="rId11"/>
    <p:sldId id="269" r:id="rId12"/>
    <p:sldId id="267" r:id="rId13"/>
    <p:sldId id="263" r:id="rId14"/>
    <p:sldId id="264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241224-C8F2-9C88-ED9E-EEF2C50F3377}" v="19" dt="2025-12-07T09:36:21.399"/>
    <p1510:client id="{92DE054C-83C6-49AE-81B5-A9BFD522E6ED}" v="688" dt="2025-12-07T10:31:55.685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7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9CE4EA-AEF9-42C4-9CA8-A3D30955AED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5D3450E9-E30F-4E71-9DCC-5CAFDB84A62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zh-CN"/>
            <a:t>1 - MOTIVATION</a:t>
          </a:r>
          <a:endParaRPr lang="en-US"/>
        </a:p>
      </dgm:t>
    </dgm:pt>
    <dgm:pt modelId="{A412590E-C6A4-43AA-A091-4D7C97A8FCB8}" type="parTrans" cxnId="{F66BFF24-9C55-40DD-85FF-31090A063549}">
      <dgm:prSet/>
      <dgm:spPr/>
      <dgm:t>
        <a:bodyPr/>
        <a:lstStyle/>
        <a:p>
          <a:endParaRPr lang="en-US"/>
        </a:p>
      </dgm:t>
    </dgm:pt>
    <dgm:pt modelId="{8CAD6859-EF5B-4C0E-B6CC-E08DB6AE2A29}" type="sibTrans" cxnId="{F66BFF24-9C55-40DD-85FF-31090A063549}">
      <dgm:prSet/>
      <dgm:spPr/>
      <dgm:t>
        <a:bodyPr/>
        <a:lstStyle/>
        <a:p>
          <a:endParaRPr lang="en-US"/>
        </a:p>
      </dgm:t>
    </dgm:pt>
    <dgm:pt modelId="{275EBBC3-18A1-4008-A536-B77B6D28444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FR" altLang="zh-CN" b="1">
              <a:latin typeface="Calibri Light" panose="020F0302020204030204"/>
            </a:rPr>
            <a:t>2- IMPLEMENTATION</a:t>
          </a:r>
          <a:endParaRPr lang="en-US" b="1"/>
        </a:p>
      </dgm:t>
    </dgm:pt>
    <dgm:pt modelId="{D638D96B-0B81-4594-B760-D1748223F053}" type="parTrans" cxnId="{048634C4-E952-4178-A03E-448AF13BF7FE}">
      <dgm:prSet/>
      <dgm:spPr/>
      <dgm:t>
        <a:bodyPr/>
        <a:lstStyle/>
        <a:p>
          <a:endParaRPr lang="en-US"/>
        </a:p>
      </dgm:t>
    </dgm:pt>
    <dgm:pt modelId="{646C27A3-16A7-4A27-956E-4166A89AA8DA}" type="sibTrans" cxnId="{048634C4-E952-4178-A03E-448AF13BF7FE}">
      <dgm:prSet/>
      <dgm:spPr/>
      <dgm:t>
        <a:bodyPr/>
        <a:lstStyle/>
        <a:p>
          <a:endParaRPr lang="en-US"/>
        </a:p>
      </dgm:t>
    </dgm:pt>
    <dgm:pt modelId="{63CADDC9-AF68-48B5-9980-BB92E8930E1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zh-CN"/>
            <a:t>3</a:t>
          </a:r>
          <a:r>
            <a:rPr lang="fr-FR"/>
            <a:t>-</a:t>
          </a:r>
          <a:r>
            <a:rPr lang="zh-CN"/>
            <a:t> EVALUATION AND RESULTS</a:t>
          </a:r>
          <a:endParaRPr lang="en-US"/>
        </a:p>
      </dgm:t>
    </dgm:pt>
    <dgm:pt modelId="{CE3BFE54-045B-4866-8C58-F8E2E4B5B0BA}" type="parTrans" cxnId="{7F0BBD13-2229-495D-A474-07EB0816705C}">
      <dgm:prSet/>
      <dgm:spPr/>
      <dgm:t>
        <a:bodyPr/>
        <a:lstStyle/>
        <a:p>
          <a:endParaRPr lang="en-US"/>
        </a:p>
      </dgm:t>
    </dgm:pt>
    <dgm:pt modelId="{E1ED79D3-7697-4B3B-AB57-467AA69D82C5}" type="sibTrans" cxnId="{7F0BBD13-2229-495D-A474-07EB0816705C}">
      <dgm:prSet/>
      <dgm:spPr/>
      <dgm:t>
        <a:bodyPr/>
        <a:lstStyle/>
        <a:p>
          <a:endParaRPr lang="en-US"/>
        </a:p>
      </dgm:t>
    </dgm:pt>
    <dgm:pt modelId="{E5ED571B-ED0C-4F89-87D6-BC134212151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FR"/>
            <a:t>4-</a:t>
          </a:r>
          <a:r>
            <a:rPr lang="zh-CN"/>
            <a:t> DISCUSSION AND DEMO</a:t>
          </a:r>
          <a:endParaRPr lang="en-US"/>
        </a:p>
      </dgm:t>
    </dgm:pt>
    <dgm:pt modelId="{EC4C2C56-49A1-4245-823C-F97D0F082FBE}" type="parTrans" cxnId="{41E0020D-2BD7-4FA8-BCD8-F4AAA83CE8C2}">
      <dgm:prSet/>
      <dgm:spPr/>
      <dgm:t>
        <a:bodyPr/>
        <a:lstStyle/>
        <a:p>
          <a:endParaRPr lang="en-US"/>
        </a:p>
      </dgm:t>
    </dgm:pt>
    <dgm:pt modelId="{8A34CE4A-8770-411A-8087-FD7E7C9CC31E}" type="sibTrans" cxnId="{41E0020D-2BD7-4FA8-BCD8-F4AAA83CE8C2}">
      <dgm:prSet/>
      <dgm:spPr/>
      <dgm:t>
        <a:bodyPr/>
        <a:lstStyle/>
        <a:p>
          <a:endParaRPr lang="en-US"/>
        </a:p>
      </dgm:t>
    </dgm:pt>
    <dgm:pt modelId="{FB994840-EF4E-48FB-960A-1432E44C15E3}" type="pres">
      <dgm:prSet presAssocID="{DA9CE4EA-AEF9-42C4-9CA8-A3D30955AED3}" presName="root" presStyleCnt="0">
        <dgm:presLayoutVars>
          <dgm:dir/>
          <dgm:resizeHandles val="exact"/>
        </dgm:presLayoutVars>
      </dgm:prSet>
      <dgm:spPr/>
    </dgm:pt>
    <dgm:pt modelId="{3BF3DB3A-7D2B-4FFB-9735-170A2E923BCD}" type="pres">
      <dgm:prSet presAssocID="{5D3450E9-E30F-4E71-9DCC-5CAFDB84A622}" presName="compNode" presStyleCnt="0"/>
      <dgm:spPr/>
    </dgm:pt>
    <dgm:pt modelId="{CEAF8A81-0C45-44C3-835A-F23831630CD4}" type="pres">
      <dgm:prSet presAssocID="{5D3450E9-E30F-4E71-9DCC-5CAFDB84A622}" presName="iconBgRect" presStyleLbl="bgShp" presStyleIdx="0" presStyleCnt="4"/>
      <dgm:spPr/>
    </dgm:pt>
    <dgm:pt modelId="{BAB7DDBB-F2A9-4B13-A13C-9AAA8FF5E186}" type="pres">
      <dgm:prSet presAssocID="{5D3450E9-E30F-4E71-9DCC-5CAFDB84A62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ophée"/>
        </a:ext>
      </dgm:extLst>
    </dgm:pt>
    <dgm:pt modelId="{ABD27877-9C15-4C63-9011-FE9340876965}" type="pres">
      <dgm:prSet presAssocID="{5D3450E9-E30F-4E71-9DCC-5CAFDB84A622}" presName="spaceRect" presStyleCnt="0"/>
      <dgm:spPr/>
    </dgm:pt>
    <dgm:pt modelId="{F47B490A-E509-42C5-B173-558CF380B3D0}" type="pres">
      <dgm:prSet presAssocID="{5D3450E9-E30F-4E71-9DCC-5CAFDB84A622}" presName="textRect" presStyleLbl="revTx" presStyleIdx="0" presStyleCnt="4">
        <dgm:presLayoutVars>
          <dgm:chMax val="1"/>
          <dgm:chPref val="1"/>
        </dgm:presLayoutVars>
      </dgm:prSet>
      <dgm:spPr/>
    </dgm:pt>
    <dgm:pt modelId="{AC702B15-2222-4D00-B2E1-28E8984441C4}" type="pres">
      <dgm:prSet presAssocID="{8CAD6859-EF5B-4C0E-B6CC-E08DB6AE2A29}" presName="sibTrans" presStyleCnt="0"/>
      <dgm:spPr/>
    </dgm:pt>
    <dgm:pt modelId="{2FD8A8CB-05E6-4632-8BDB-06F66E56BE79}" type="pres">
      <dgm:prSet presAssocID="{275EBBC3-18A1-4008-A536-B77B6D284447}" presName="compNode" presStyleCnt="0"/>
      <dgm:spPr/>
    </dgm:pt>
    <dgm:pt modelId="{6A96338B-83D8-4DDE-965E-DF42AEE99F8C}" type="pres">
      <dgm:prSet presAssocID="{275EBBC3-18A1-4008-A536-B77B6D284447}" presName="iconBgRect" presStyleLbl="bgShp" presStyleIdx="1" presStyleCnt="4"/>
      <dgm:spPr/>
    </dgm:pt>
    <dgm:pt modelId="{16F4AD34-1B7D-41B7-BCBC-F3BCF7A12837}" type="pres">
      <dgm:prSet presAssocID="{275EBBC3-18A1-4008-A536-B77B6D28444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érarchie"/>
        </a:ext>
      </dgm:extLst>
    </dgm:pt>
    <dgm:pt modelId="{8CD6B747-C1D8-41F2-9363-2D2C6816B812}" type="pres">
      <dgm:prSet presAssocID="{275EBBC3-18A1-4008-A536-B77B6D284447}" presName="spaceRect" presStyleCnt="0"/>
      <dgm:spPr/>
    </dgm:pt>
    <dgm:pt modelId="{33DEBB8E-AD37-4B71-8D75-C39CCDE15D60}" type="pres">
      <dgm:prSet presAssocID="{275EBBC3-18A1-4008-A536-B77B6D284447}" presName="textRect" presStyleLbl="revTx" presStyleIdx="1" presStyleCnt="4">
        <dgm:presLayoutVars>
          <dgm:chMax val="1"/>
          <dgm:chPref val="1"/>
        </dgm:presLayoutVars>
      </dgm:prSet>
      <dgm:spPr/>
    </dgm:pt>
    <dgm:pt modelId="{DBB59A29-5323-49DC-A22C-F44A22802FB8}" type="pres">
      <dgm:prSet presAssocID="{646C27A3-16A7-4A27-956E-4166A89AA8DA}" presName="sibTrans" presStyleCnt="0"/>
      <dgm:spPr/>
    </dgm:pt>
    <dgm:pt modelId="{DE7358BB-0948-4A76-8C8D-0701B2F70D42}" type="pres">
      <dgm:prSet presAssocID="{63CADDC9-AF68-48B5-9980-BB92E8930E15}" presName="compNode" presStyleCnt="0"/>
      <dgm:spPr/>
    </dgm:pt>
    <dgm:pt modelId="{4E820C37-D461-4A6D-958A-38BB5D419477}" type="pres">
      <dgm:prSet presAssocID="{63CADDC9-AF68-48B5-9980-BB92E8930E15}" presName="iconBgRect" presStyleLbl="bgShp" presStyleIdx="2" presStyleCnt="4"/>
      <dgm:spPr/>
    </dgm:pt>
    <dgm:pt modelId="{516BB76E-EB1A-495C-827A-3510E405A465}" type="pres">
      <dgm:prSet presAssocID="{63CADDC9-AF68-48B5-9980-BB92E8930E1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151D6E3A-8D6D-49AA-AB9B-C956E74CF1C7}" type="pres">
      <dgm:prSet presAssocID="{63CADDC9-AF68-48B5-9980-BB92E8930E15}" presName="spaceRect" presStyleCnt="0"/>
      <dgm:spPr/>
    </dgm:pt>
    <dgm:pt modelId="{00CCCBC3-71AE-4FBA-ADBE-93FD59AB3C37}" type="pres">
      <dgm:prSet presAssocID="{63CADDC9-AF68-48B5-9980-BB92E8930E15}" presName="textRect" presStyleLbl="revTx" presStyleIdx="2" presStyleCnt="4">
        <dgm:presLayoutVars>
          <dgm:chMax val="1"/>
          <dgm:chPref val="1"/>
        </dgm:presLayoutVars>
      </dgm:prSet>
      <dgm:spPr/>
    </dgm:pt>
    <dgm:pt modelId="{5F24EF78-28FC-46D2-836B-088A82B35539}" type="pres">
      <dgm:prSet presAssocID="{E1ED79D3-7697-4B3B-AB57-467AA69D82C5}" presName="sibTrans" presStyleCnt="0"/>
      <dgm:spPr/>
    </dgm:pt>
    <dgm:pt modelId="{D5023670-CA4A-4F99-9AD6-33E995DDB62B}" type="pres">
      <dgm:prSet presAssocID="{E5ED571B-ED0C-4F89-87D6-BC134212151B}" presName="compNode" presStyleCnt="0"/>
      <dgm:spPr/>
    </dgm:pt>
    <dgm:pt modelId="{FAFB2736-736D-47D2-BD3E-07B0D46DA302}" type="pres">
      <dgm:prSet presAssocID="{E5ED571B-ED0C-4F89-87D6-BC134212151B}" presName="iconBgRect" presStyleLbl="bgShp" presStyleIdx="3" presStyleCnt="4"/>
      <dgm:spPr/>
    </dgm:pt>
    <dgm:pt modelId="{1BA0A31D-D6D4-4EC3-89A5-B60941E3709E}" type="pres">
      <dgm:prSet presAssocID="{E5ED571B-ED0C-4F89-87D6-BC134212151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urs"/>
        </a:ext>
      </dgm:extLst>
    </dgm:pt>
    <dgm:pt modelId="{42841E0B-2A0E-48DB-ADE0-3C785F6CEFA4}" type="pres">
      <dgm:prSet presAssocID="{E5ED571B-ED0C-4F89-87D6-BC134212151B}" presName="spaceRect" presStyleCnt="0"/>
      <dgm:spPr/>
    </dgm:pt>
    <dgm:pt modelId="{77DEBA1F-FB45-4040-8779-0D72A4BAB848}" type="pres">
      <dgm:prSet presAssocID="{E5ED571B-ED0C-4F89-87D6-BC134212151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1E0020D-2BD7-4FA8-BCD8-F4AAA83CE8C2}" srcId="{DA9CE4EA-AEF9-42C4-9CA8-A3D30955AED3}" destId="{E5ED571B-ED0C-4F89-87D6-BC134212151B}" srcOrd="3" destOrd="0" parTransId="{EC4C2C56-49A1-4245-823C-F97D0F082FBE}" sibTransId="{8A34CE4A-8770-411A-8087-FD7E7C9CC31E}"/>
    <dgm:cxn modelId="{7F0BBD13-2229-495D-A474-07EB0816705C}" srcId="{DA9CE4EA-AEF9-42C4-9CA8-A3D30955AED3}" destId="{63CADDC9-AF68-48B5-9980-BB92E8930E15}" srcOrd="2" destOrd="0" parTransId="{CE3BFE54-045B-4866-8C58-F8E2E4B5B0BA}" sibTransId="{E1ED79D3-7697-4B3B-AB57-467AA69D82C5}"/>
    <dgm:cxn modelId="{F66BFF24-9C55-40DD-85FF-31090A063549}" srcId="{DA9CE4EA-AEF9-42C4-9CA8-A3D30955AED3}" destId="{5D3450E9-E30F-4E71-9DCC-5CAFDB84A622}" srcOrd="0" destOrd="0" parTransId="{A412590E-C6A4-43AA-A091-4D7C97A8FCB8}" sibTransId="{8CAD6859-EF5B-4C0E-B6CC-E08DB6AE2A29}"/>
    <dgm:cxn modelId="{739F486E-88DD-49E2-8761-00FDDF32D19A}" type="presOf" srcId="{275EBBC3-18A1-4008-A536-B77B6D284447}" destId="{33DEBB8E-AD37-4B71-8D75-C39CCDE15D60}" srcOrd="0" destOrd="0" presId="urn:microsoft.com/office/officeart/2018/5/layout/IconCircleLabelList"/>
    <dgm:cxn modelId="{23FD4B94-B040-474D-A5B6-A52370F7FB5C}" type="presOf" srcId="{E5ED571B-ED0C-4F89-87D6-BC134212151B}" destId="{77DEBA1F-FB45-4040-8779-0D72A4BAB848}" srcOrd="0" destOrd="0" presId="urn:microsoft.com/office/officeart/2018/5/layout/IconCircleLabelList"/>
    <dgm:cxn modelId="{6C47ADB1-B86F-42B9-A249-175C6DE6E921}" type="presOf" srcId="{DA9CE4EA-AEF9-42C4-9CA8-A3D30955AED3}" destId="{FB994840-EF4E-48FB-960A-1432E44C15E3}" srcOrd="0" destOrd="0" presId="urn:microsoft.com/office/officeart/2018/5/layout/IconCircleLabelList"/>
    <dgm:cxn modelId="{048634C4-E952-4178-A03E-448AF13BF7FE}" srcId="{DA9CE4EA-AEF9-42C4-9CA8-A3D30955AED3}" destId="{275EBBC3-18A1-4008-A536-B77B6D284447}" srcOrd="1" destOrd="0" parTransId="{D638D96B-0B81-4594-B760-D1748223F053}" sibTransId="{646C27A3-16A7-4A27-956E-4166A89AA8DA}"/>
    <dgm:cxn modelId="{D2A060DB-565E-4297-993E-07C11AAF6DDB}" type="presOf" srcId="{63CADDC9-AF68-48B5-9980-BB92E8930E15}" destId="{00CCCBC3-71AE-4FBA-ADBE-93FD59AB3C37}" srcOrd="0" destOrd="0" presId="urn:microsoft.com/office/officeart/2018/5/layout/IconCircleLabelList"/>
    <dgm:cxn modelId="{DA1165F7-8519-4BCC-B25D-A4C8685699F2}" type="presOf" srcId="{5D3450E9-E30F-4E71-9DCC-5CAFDB84A622}" destId="{F47B490A-E509-42C5-B173-558CF380B3D0}" srcOrd="0" destOrd="0" presId="urn:microsoft.com/office/officeart/2018/5/layout/IconCircleLabelList"/>
    <dgm:cxn modelId="{2CD3A3B9-3D20-4013-B414-CD131E5C37BA}" type="presParOf" srcId="{FB994840-EF4E-48FB-960A-1432E44C15E3}" destId="{3BF3DB3A-7D2B-4FFB-9735-170A2E923BCD}" srcOrd="0" destOrd="0" presId="urn:microsoft.com/office/officeart/2018/5/layout/IconCircleLabelList"/>
    <dgm:cxn modelId="{1AD762A8-9589-4EEF-99C6-8D1FB75B0F6F}" type="presParOf" srcId="{3BF3DB3A-7D2B-4FFB-9735-170A2E923BCD}" destId="{CEAF8A81-0C45-44C3-835A-F23831630CD4}" srcOrd="0" destOrd="0" presId="urn:microsoft.com/office/officeart/2018/5/layout/IconCircleLabelList"/>
    <dgm:cxn modelId="{A8D6BE07-1038-473B-B3F6-DBCD44C98667}" type="presParOf" srcId="{3BF3DB3A-7D2B-4FFB-9735-170A2E923BCD}" destId="{BAB7DDBB-F2A9-4B13-A13C-9AAA8FF5E186}" srcOrd="1" destOrd="0" presId="urn:microsoft.com/office/officeart/2018/5/layout/IconCircleLabelList"/>
    <dgm:cxn modelId="{91EE2C48-5FD0-4885-A4AA-11A44D8478A4}" type="presParOf" srcId="{3BF3DB3A-7D2B-4FFB-9735-170A2E923BCD}" destId="{ABD27877-9C15-4C63-9011-FE9340876965}" srcOrd="2" destOrd="0" presId="urn:microsoft.com/office/officeart/2018/5/layout/IconCircleLabelList"/>
    <dgm:cxn modelId="{41344D8C-CECD-4C17-8493-E997E14C73BC}" type="presParOf" srcId="{3BF3DB3A-7D2B-4FFB-9735-170A2E923BCD}" destId="{F47B490A-E509-42C5-B173-558CF380B3D0}" srcOrd="3" destOrd="0" presId="urn:microsoft.com/office/officeart/2018/5/layout/IconCircleLabelList"/>
    <dgm:cxn modelId="{E1CEDA32-4F47-45DE-96A8-DD38D94EE221}" type="presParOf" srcId="{FB994840-EF4E-48FB-960A-1432E44C15E3}" destId="{AC702B15-2222-4D00-B2E1-28E8984441C4}" srcOrd="1" destOrd="0" presId="urn:microsoft.com/office/officeart/2018/5/layout/IconCircleLabelList"/>
    <dgm:cxn modelId="{E1B74CEB-AF92-4724-90D6-2A89923C4C15}" type="presParOf" srcId="{FB994840-EF4E-48FB-960A-1432E44C15E3}" destId="{2FD8A8CB-05E6-4632-8BDB-06F66E56BE79}" srcOrd="2" destOrd="0" presId="urn:microsoft.com/office/officeart/2018/5/layout/IconCircleLabelList"/>
    <dgm:cxn modelId="{72F0DDBE-0F24-4B34-AA0B-CEA95B6C1668}" type="presParOf" srcId="{2FD8A8CB-05E6-4632-8BDB-06F66E56BE79}" destId="{6A96338B-83D8-4DDE-965E-DF42AEE99F8C}" srcOrd="0" destOrd="0" presId="urn:microsoft.com/office/officeart/2018/5/layout/IconCircleLabelList"/>
    <dgm:cxn modelId="{DAC3EB10-E7BB-4AF2-B7A6-75E77CD1CCD6}" type="presParOf" srcId="{2FD8A8CB-05E6-4632-8BDB-06F66E56BE79}" destId="{16F4AD34-1B7D-41B7-BCBC-F3BCF7A12837}" srcOrd="1" destOrd="0" presId="urn:microsoft.com/office/officeart/2018/5/layout/IconCircleLabelList"/>
    <dgm:cxn modelId="{19249E79-1FA7-4D15-BCCF-2B8835DDFC6B}" type="presParOf" srcId="{2FD8A8CB-05E6-4632-8BDB-06F66E56BE79}" destId="{8CD6B747-C1D8-41F2-9363-2D2C6816B812}" srcOrd="2" destOrd="0" presId="urn:microsoft.com/office/officeart/2018/5/layout/IconCircleLabelList"/>
    <dgm:cxn modelId="{635902A5-6AC0-4101-B346-2C0701FBF5FF}" type="presParOf" srcId="{2FD8A8CB-05E6-4632-8BDB-06F66E56BE79}" destId="{33DEBB8E-AD37-4B71-8D75-C39CCDE15D60}" srcOrd="3" destOrd="0" presId="urn:microsoft.com/office/officeart/2018/5/layout/IconCircleLabelList"/>
    <dgm:cxn modelId="{9AAF341D-BD80-4162-A755-BA3FAE325DB3}" type="presParOf" srcId="{FB994840-EF4E-48FB-960A-1432E44C15E3}" destId="{DBB59A29-5323-49DC-A22C-F44A22802FB8}" srcOrd="3" destOrd="0" presId="urn:microsoft.com/office/officeart/2018/5/layout/IconCircleLabelList"/>
    <dgm:cxn modelId="{C8D88FBC-0610-4A67-940B-CBF94A1384F7}" type="presParOf" srcId="{FB994840-EF4E-48FB-960A-1432E44C15E3}" destId="{DE7358BB-0948-4A76-8C8D-0701B2F70D42}" srcOrd="4" destOrd="0" presId="urn:microsoft.com/office/officeart/2018/5/layout/IconCircleLabelList"/>
    <dgm:cxn modelId="{2865216D-C483-4247-977B-A38C10DC61FF}" type="presParOf" srcId="{DE7358BB-0948-4A76-8C8D-0701B2F70D42}" destId="{4E820C37-D461-4A6D-958A-38BB5D419477}" srcOrd="0" destOrd="0" presId="urn:microsoft.com/office/officeart/2018/5/layout/IconCircleLabelList"/>
    <dgm:cxn modelId="{4C01E5F6-B22E-4AE0-8705-33409D35DA36}" type="presParOf" srcId="{DE7358BB-0948-4A76-8C8D-0701B2F70D42}" destId="{516BB76E-EB1A-495C-827A-3510E405A465}" srcOrd="1" destOrd="0" presId="urn:microsoft.com/office/officeart/2018/5/layout/IconCircleLabelList"/>
    <dgm:cxn modelId="{E0A760D1-0344-4036-A603-6EA0C06E2536}" type="presParOf" srcId="{DE7358BB-0948-4A76-8C8D-0701B2F70D42}" destId="{151D6E3A-8D6D-49AA-AB9B-C956E74CF1C7}" srcOrd="2" destOrd="0" presId="urn:microsoft.com/office/officeart/2018/5/layout/IconCircleLabelList"/>
    <dgm:cxn modelId="{6191DFB6-5C6A-41F3-8B2A-1E9A9F3CD428}" type="presParOf" srcId="{DE7358BB-0948-4A76-8C8D-0701B2F70D42}" destId="{00CCCBC3-71AE-4FBA-ADBE-93FD59AB3C37}" srcOrd="3" destOrd="0" presId="urn:microsoft.com/office/officeart/2018/5/layout/IconCircleLabelList"/>
    <dgm:cxn modelId="{D6C6FD78-54FA-49C0-A973-A9621634B9BB}" type="presParOf" srcId="{FB994840-EF4E-48FB-960A-1432E44C15E3}" destId="{5F24EF78-28FC-46D2-836B-088A82B35539}" srcOrd="5" destOrd="0" presId="urn:microsoft.com/office/officeart/2018/5/layout/IconCircleLabelList"/>
    <dgm:cxn modelId="{C90424AC-AB1E-4D02-AF05-D7A022E0E24C}" type="presParOf" srcId="{FB994840-EF4E-48FB-960A-1432E44C15E3}" destId="{D5023670-CA4A-4F99-9AD6-33E995DDB62B}" srcOrd="6" destOrd="0" presId="urn:microsoft.com/office/officeart/2018/5/layout/IconCircleLabelList"/>
    <dgm:cxn modelId="{68CA1181-C553-4F5B-AD1C-29A5FF637B02}" type="presParOf" srcId="{D5023670-CA4A-4F99-9AD6-33E995DDB62B}" destId="{FAFB2736-736D-47D2-BD3E-07B0D46DA302}" srcOrd="0" destOrd="0" presId="urn:microsoft.com/office/officeart/2018/5/layout/IconCircleLabelList"/>
    <dgm:cxn modelId="{82C40C49-989F-42A7-8FC5-5DB736EF5419}" type="presParOf" srcId="{D5023670-CA4A-4F99-9AD6-33E995DDB62B}" destId="{1BA0A31D-D6D4-4EC3-89A5-B60941E3709E}" srcOrd="1" destOrd="0" presId="urn:microsoft.com/office/officeart/2018/5/layout/IconCircleLabelList"/>
    <dgm:cxn modelId="{EBCB3A30-9CC2-471C-A24E-2E4A1D7D9BA8}" type="presParOf" srcId="{D5023670-CA4A-4F99-9AD6-33E995DDB62B}" destId="{42841E0B-2A0E-48DB-ADE0-3C785F6CEFA4}" srcOrd="2" destOrd="0" presId="urn:microsoft.com/office/officeart/2018/5/layout/IconCircleLabelList"/>
    <dgm:cxn modelId="{35E0C3FD-DB58-4B1B-9D27-5F3CDC93E25C}" type="presParOf" srcId="{D5023670-CA4A-4F99-9AD6-33E995DDB62B}" destId="{77DEBA1F-FB45-4040-8779-0D72A4BAB84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2836804-BD90-4CE7-839A-A9C97964945E}" type="doc">
      <dgm:prSet loTypeId="urn:microsoft.com/office/officeart/2005/8/layout/vProcess5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9CB17CF-8186-491D-B946-BBD468043A28}">
      <dgm:prSet/>
      <dgm:spPr/>
      <dgm:t>
        <a:bodyPr/>
        <a:lstStyle/>
        <a:p>
          <a:pPr rtl="0"/>
          <a:r>
            <a:rPr lang="fr-FR" sz="2200">
              <a:latin typeface="Calibri Light" panose="020F0302020204030204"/>
            </a:rPr>
            <a:t>1. SVD</a:t>
          </a:r>
          <a:r>
            <a:rPr lang="fr-FR" sz="2200"/>
            <a:t> : The gold standard for low-rank approximation</a:t>
          </a:r>
          <a:endParaRPr lang="en-US" sz="2200"/>
        </a:p>
      </dgm:t>
    </dgm:pt>
    <dgm:pt modelId="{B21358D8-8C53-4B60-A851-AF302F3065D7}" type="parTrans" cxnId="{60382EA3-3C11-4D20-A4B0-8D17682566B1}">
      <dgm:prSet/>
      <dgm:spPr/>
      <dgm:t>
        <a:bodyPr/>
        <a:lstStyle/>
        <a:p>
          <a:endParaRPr lang="en-US"/>
        </a:p>
      </dgm:t>
    </dgm:pt>
    <dgm:pt modelId="{0E2DEB88-B126-43C9-B9B6-B46F4D1AF60B}" type="sibTrans" cxnId="{60382EA3-3C11-4D20-A4B0-8D17682566B1}">
      <dgm:prSet/>
      <dgm:spPr/>
      <dgm:t>
        <a:bodyPr/>
        <a:lstStyle/>
        <a:p>
          <a:endParaRPr lang="en-US"/>
        </a:p>
      </dgm:t>
    </dgm:pt>
    <dgm:pt modelId="{1E15A109-D097-46E8-A4AB-C68940B3A301}">
      <dgm:prSet/>
      <dgm:spPr/>
      <dgm:t>
        <a:bodyPr/>
        <a:lstStyle/>
        <a:p>
          <a:r>
            <a:rPr lang="fr-FR"/>
            <a:t>2.  NMF : Useful for parts-based representation and interpretability (requiring non-negative constraints)</a:t>
          </a:r>
          <a:endParaRPr lang="en-US"/>
        </a:p>
      </dgm:t>
    </dgm:pt>
    <dgm:pt modelId="{01537E53-0BF8-461D-AF64-5962F81DD412}" type="parTrans" cxnId="{53ED0CA2-E5CB-4B4C-8EED-A3D613004620}">
      <dgm:prSet/>
      <dgm:spPr/>
      <dgm:t>
        <a:bodyPr/>
        <a:lstStyle/>
        <a:p>
          <a:endParaRPr lang="en-US"/>
        </a:p>
      </dgm:t>
    </dgm:pt>
    <dgm:pt modelId="{FD35FBBC-6046-45CA-8D65-CF2EB2E1022F}" type="sibTrans" cxnId="{53ED0CA2-E5CB-4B4C-8EED-A3D613004620}">
      <dgm:prSet/>
      <dgm:spPr/>
      <dgm:t>
        <a:bodyPr/>
        <a:lstStyle/>
        <a:p>
          <a:endParaRPr lang="en-US"/>
        </a:p>
      </dgm:t>
    </dgm:pt>
    <dgm:pt modelId="{FBA7B79E-C9F1-4AC9-8FFE-047F86D6970B}">
      <dgm:prSet/>
      <dgm:spPr/>
      <dgm:t>
        <a:bodyPr/>
        <a:lstStyle/>
        <a:p>
          <a:r>
            <a:rPr lang="fr-FR"/>
            <a:t>3. CUR : Provides interpretability by selecting actual columns and rows from the data</a:t>
          </a:r>
          <a:endParaRPr lang="en-US"/>
        </a:p>
      </dgm:t>
    </dgm:pt>
    <dgm:pt modelId="{2B4E194C-097B-4FDF-ADAB-755BFC3661E7}" type="parTrans" cxnId="{2B2D59DD-B921-4AAA-ABBA-969A75C2A73D}">
      <dgm:prSet/>
      <dgm:spPr/>
      <dgm:t>
        <a:bodyPr/>
        <a:lstStyle/>
        <a:p>
          <a:endParaRPr lang="en-US"/>
        </a:p>
      </dgm:t>
    </dgm:pt>
    <dgm:pt modelId="{1D1A6681-CE49-4082-8608-D34A22CCE589}" type="sibTrans" cxnId="{2B2D59DD-B921-4AAA-ABBA-969A75C2A73D}">
      <dgm:prSet/>
      <dgm:spPr/>
      <dgm:t>
        <a:bodyPr/>
        <a:lstStyle/>
        <a:p>
          <a:endParaRPr lang="en-US"/>
        </a:p>
      </dgm:t>
    </dgm:pt>
    <dgm:pt modelId="{83C10D94-4C11-4E6B-BEB8-7E812DF4ABA7}" type="pres">
      <dgm:prSet presAssocID="{A2836804-BD90-4CE7-839A-A9C97964945E}" presName="outerComposite" presStyleCnt="0">
        <dgm:presLayoutVars>
          <dgm:chMax val="5"/>
          <dgm:dir/>
          <dgm:resizeHandles val="exact"/>
        </dgm:presLayoutVars>
      </dgm:prSet>
      <dgm:spPr/>
    </dgm:pt>
    <dgm:pt modelId="{DA3803BA-FB1F-4957-A5A3-397F730AD675}" type="pres">
      <dgm:prSet presAssocID="{A2836804-BD90-4CE7-839A-A9C97964945E}" presName="dummyMaxCanvas" presStyleCnt="0">
        <dgm:presLayoutVars/>
      </dgm:prSet>
      <dgm:spPr/>
    </dgm:pt>
    <dgm:pt modelId="{4A806665-F5AC-4D58-977C-87AFC72A9A63}" type="pres">
      <dgm:prSet presAssocID="{A2836804-BD90-4CE7-839A-A9C97964945E}" presName="ThreeNodes_1" presStyleLbl="node1" presStyleIdx="0" presStyleCnt="3">
        <dgm:presLayoutVars>
          <dgm:bulletEnabled val="1"/>
        </dgm:presLayoutVars>
      </dgm:prSet>
      <dgm:spPr/>
    </dgm:pt>
    <dgm:pt modelId="{63FAD572-B45F-46B5-8C59-3CE15618DED5}" type="pres">
      <dgm:prSet presAssocID="{A2836804-BD90-4CE7-839A-A9C97964945E}" presName="ThreeNodes_2" presStyleLbl="node1" presStyleIdx="1" presStyleCnt="3">
        <dgm:presLayoutVars>
          <dgm:bulletEnabled val="1"/>
        </dgm:presLayoutVars>
      </dgm:prSet>
      <dgm:spPr/>
    </dgm:pt>
    <dgm:pt modelId="{7B293425-F5A6-41A0-A2E8-2458B4319158}" type="pres">
      <dgm:prSet presAssocID="{A2836804-BD90-4CE7-839A-A9C97964945E}" presName="ThreeNodes_3" presStyleLbl="node1" presStyleIdx="2" presStyleCnt="3">
        <dgm:presLayoutVars>
          <dgm:bulletEnabled val="1"/>
        </dgm:presLayoutVars>
      </dgm:prSet>
      <dgm:spPr/>
    </dgm:pt>
    <dgm:pt modelId="{10D64D5E-7CAB-4237-A763-474FA1E2A429}" type="pres">
      <dgm:prSet presAssocID="{A2836804-BD90-4CE7-839A-A9C97964945E}" presName="ThreeConn_1-2" presStyleLbl="fgAccFollowNode1" presStyleIdx="0" presStyleCnt="2">
        <dgm:presLayoutVars>
          <dgm:bulletEnabled val="1"/>
        </dgm:presLayoutVars>
      </dgm:prSet>
      <dgm:spPr/>
    </dgm:pt>
    <dgm:pt modelId="{5D91A050-FD42-423C-8049-94575F044687}" type="pres">
      <dgm:prSet presAssocID="{A2836804-BD90-4CE7-839A-A9C97964945E}" presName="ThreeConn_2-3" presStyleLbl="fgAccFollowNode1" presStyleIdx="1" presStyleCnt="2">
        <dgm:presLayoutVars>
          <dgm:bulletEnabled val="1"/>
        </dgm:presLayoutVars>
      </dgm:prSet>
      <dgm:spPr/>
    </dgm:pt>
    <dgm:pt modelId="{740E31F3-86DF-43D2-B97C-6D35124ADE4B}" type="pres">
      <dgm:prSet presAssocID="{A2836804-BD90-4CE7-839A-A9C97964945E}" presName="ThreeNodes_1_text" presStyleLbl="node1" presStyleIdx="2" presStyleCnt="3">
        <dgm:presLayoutVars>
          <dgm:bulletEnabled val="1"/>
        </dgm:presLayoutVars>
      </dgm:prSet>
      <dgm:spPr/>
    </dgm:pt>
    <dgm:pt modelId="{855F54F6-14F2-45C6-9973-17EC2492F26E}" type="pres">
      <dgm:prSet presAssocID="{A2836804-BD90-4CE7-839A-A9C97964945E}" presName="ThreeNodes_2_text" presStyleLbl="node1" presStyleIdx="2" presStyleCnt="3">
        <dgm:presLayoutVars>
          <dgm:bulletEnabled val="1"/>
        </dgm:presLayoutVars>
      </dgm:prSet>
      <dgm:spPr/>
    </dgm:pt>
    <dgm:pt modelId="{05E0C1D2-5620-4956-B36A-5BF6744870BF}" type="pres">
      <dgm:prSet presAssocID="{A2836804-BD90-4CE7-839A-A9C97964945E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46EAF113-B4A2-4775-8524-24A62C912481}" type="presOf" srcId="{FBA7B79E-C9F1-4AC9-8FFE-047F86D6970B}" destId="{7B293425-F5A6-41A0-A2E8-2458B4319158}" srcOrd="0" destOrd="0" presId="urn:microsoft.com/office/officeart/2005/8/layout/vProcess5"/>
    <dgm:cxn modelId="{2B0EC06E-5C69-42BC-9B7F-EB7CF5B89188}" type="presOf" srcId="{D9CB17CF-8186-491D-B946-BBD468043A28}" destId="{4A806665-F5AC-4D58-977C-87AFC72A9A63}" srcOrd="0" destOrd="0" presId="urn:microsoft.com/office/officeart/2005/8/layout/vProcess5"/>
    <dgm:cxn modelId="{9CC0C571-AFE7-4763-B344-F5D7C1C92C13}" type="presOf" srcId="{D9CB17CF-8186-491D-B946-BBD468043A28}" destId="{740E31F3-86DF-43D2-B97C-6D35124ADE4B}" srcOrd="1" destOrd="0" presId="urn:microsoft.com/office/officeart/2005/8/layout/vProcess5"/>
    <dgm:cxn modelId="{BDA4E596-6F21-45E4-A71D-E44B0345C205}" type="presOf" srcId="{A2836804-BD90-4CE7-839A-A9C97964945E}" destId="{83C10D94-4C11-4E6B-BEB8-7E812DF4ABA7}" srcOrd="0" destOrd="0" presId="urn:microsoft.com/office/officeart/2005/8/layout/vProcess5"/>
    <dgm:cxn modelId="{CEE4C399-A088-450D-833D-7B875CFA57A9}" type="presOf" srcId="{1E15A109-D097-46E8-A4AB-C68940B3A301}" destId="{63FAD572-B45F-46B5-8C59-3CE15618DED5}" srcOrd="0" destOrd="0" presId="urn:microsoft.com/office/officeart/2005/8/layout/vProcess5"/>
    <dgm:cxn modelId="{BA44709E-11AD-4925-BCAF-5D08C7D9ACA4}" type="presOf" srcId="{FD35FBBC-6046-45CA-8D65-CF2EB2E1022F}" destId="{5D91A050-FD42-423C-8049-94575F044687}" srcOrd="0" destOrd="0" presId="urn:microsoft.com/office/officeart/2005/8/layout/vProcess5"/>
    <dgm:cxn modelId="{53ED0CA2-E5CB-4B4C-8EED-A3D613004620}" srcId="{A2836804-BD90-4CE7-839A-A9C97964945E}" destId="{1E15A109-D097-46E8-A4AB-C68940B3A301}" srcOrd="1" destOrd="0" parTransId="{01537E53-0BF8-461D-AF64-5962F81DD412}" sibTransId="{FD35FBBC-6046-45CA-8D65-CF2EB2E1022F}"/>
    <dgm:cxn modelId="{60382EA3-3C11-4D20-A4B0-8D17682566B1}" srcId="{A2836804-BD90-4CE7-839A-A9C97964945E}" destId="{D9CB17CF-8186-491D-B946-BBD468043A28}" srcOrd="0" destOrd="0" parTransId="{B21358D8-8C53-4B60-A851-AF302F3065D7}" sibTransId="{0E2DEB88-B126-43C9-B9B6-B46F4D1AF60B}"/>
    <dgm:cxn modelId="{870A1CB6-2455-4C36-95CB-46AD04B6E61B}" type="presOf" srcId="{FBA7B79E-C9F1-4AC9-8FFE-047F86D6970B}" destId="{05E0C1D2-5620-4956-B36A-5BF6744870BF}" srcOrd="1" destOrd="0" presId="urn:microsoft.com/office/officeart/2005/8/layout/vProcess5"/>
    <dgm:cxn modelId="{87D58AC0-A8B7-4308-9C03-406168B7CE00}" type="presOf" srcId="{1E15A109-D097-46E8-A4AB-C68940B3A301}" destId="{855F54F6-14F2-45C6-9973-17EC2492F26E}" srcOrd="1" destOrd="0" presId="urn:microsoft.com/office/officeart/2005/8/layout/vProcess5"/>
    <dgm:cxn modelId="{2B2D59DD-B921-4AAA-ABBA-969A75C2A73D}" srcId="{A2836804-BD90-4CE7-839A-A9C97964945E}" destId="{FBA7B79E-C9F1-4AC9-8FFE-047F86D6970B}" srcOrd="2" destOrd="0" parTransId="{2B4E194C-097B-4FDF-ADAB-755BFC3661E7}" sibTransId="{1D1A6681-CE49-4082-8608-D34A22CCE589}"/>
    <dgm:cxn modelId="{2EDC52EE-B2E5-46D4-866F-64DF9A1E8970}" type="presOf" srcId="{0E2DEB88-B126-43C9-B9B6-B46F4D1AF60B}" destId="{10D64D5E-7CAB-4237-A763-474FA1E2A429}" srcOrd="0" destOrd="0" presId="urn:microsoft.com/office/officeart/2005/8/layout/vProcess5"/>
    <dgm:cxn modelId="{1A3F6C81-B038-4585-BF76-AD66EA1A0BE6}" type="presParOf" srcId="{83C10D94-4C11-4E6B-BEB8-7E812DF4ABA7}" destId="{DA3803BA-FB1F-4957-A5A3-397F730AD675}" srcOrd="0" destOrd="0" presId="urn:microsoft.com/office/officeart/2005/8/layout/vProcess5"/>
    <dgm:cxn modelId="{F53C926D-6D03-467E-9EF8-F69C8385D8E7}" type="presParOf" srcId="{83C10D94-4C11-4E6B-BEB8-7E812DF4ABA7}" destId="{4A806665-F5AC-4D58-977C-87AFC72A9A63}" srcOrd="1" destOrd="0" presId="urn:microsoft.com/office/officeart/2005/8/layout/vProcess5"/>
    <dgm:cxn modelId="{1CB69778-AB40-41A2-9A6C-2789A94E8552}" type="presParOf" srcId="{83C10D94-4C11-4E6B-BEB8-7E812DF4ABA7}" destId="{63FAD572-B45F-46B5-8C59-3CE15618DED5}" srcOrd="2" destOrd="0" presId="urn:microsoft.com/office/officeart/2005/8/layout/vProcess5"/>
    <dgm:cxn modelId="{0ED38B47-E1AC-4BED-A3E7-D48137379027}" type="presParOf" srcId="{83C10D94-4C11-4E6B-BEB8-7E812DF4ABA7}" destId="{7B293425-F5A6-41A0-A2E8-2458B4319158}" srcOrd="3" destOrd="0" presId="urn:microsoft.com/office/officeart/2005/8/layout/vProcess5"/>
    <dgm:cxn modelId="{4537C787-FE67-4BF9-BF52-EDC02A19BACF}" type="presParOf" srcId="{83C10D94-4C11-4E6B-BEB8-7E812DF4ABA7}" destId="{10D64D5E-7CAB-4237-A763-474FA1E2A429}" srcOrd="4" destOrd="0" presId="urn:microsoft.com/office/officeart/2005/8/layout/vProcess5"/>
    <dgm:cxn modelId="{3E000FDC-5899-4073-8EDD-AFE987FF62DD}" type="presParOf" srcId="{83C10D94-4C11-4E6B-BEB8-7E812DF4ABA7}" destId="{5D91A050-FD42-423C-8049-94575F044687}" srcOrd="5" destOrd="0" presId="urn:microsoft.com/office/officeart/2005/8/layout/vProcess5"/>
    <dgm:cxn modelId="{CAE43B23-7B59-41FB-8007-A7E9D846C707}" type="presParOf" srcId="{83C10D94-4C11-4E6B-BEB8-7E812DF4ABA7}" destId="{740E31F3-86DF-43D2-B97C-6D35124ADE4B}" srcOrd="6" destOrd="0" presId="urn:microsoft.com/office/officeart/2005/8/layout/vProcess5"/>
    <dgm:cxn modelId="{923A94FB-A324-4AEF-87AC-108DA6B4EC9E}" type="presParOf" srcId="{83C10D94-4C11-4E6B-BEB8-7E812DF4ABA7}" destId="{855F54F6-14F2-45C6-9973-17EC2492F26E}" srcOrd="7" destOrd="0" presId="urn:microsoft.com/office/officeart/2005/8/layout/vProcess5"/>
    <dgm:cxn modelId="{2CE17D59-0859-4F5F-9E59-F7DFCBE2EC90}" type="presParOf" srcId="{83C10D94-4C11-4E6B-BEB8-7E812DF4ABA7}" destId="{05E0C1D2-5620-4956-B36A-5BF6744870BF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E3E31FD-5349-4329-AE96-9E8D4C40D58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84B0435-5F4F-4B31-B901-9579EC9F3B50}">
      <dgm:prSet/>
      <dgm:spPr/>
      <dgm:t>
        <a:bodyPr/>
        <a:lstStyle/>
        <a:p>
          <a:pPr>
            <a:lnSpc>
              <a:spcPct val="100000"/>
            </a:lnSpc>
          </a:pPr>
          <a:r>
            <a:rPr lang="zh-CN"/>
            <a:t>MovieLens</a:t>
          </a:r>
          <a:endParaRPr lang="en-US"/>
        </a:p>
      </dgm:t>
    </dgm:pt>
    <dgm:pt modelId="{551DA27D-6485-4D47-A5C2-A30BDBC445FE}" type="parTrans" cxnId="{775FA1AA-C8B7-4EA8-88AB-234724CCA3FF}">
      <dgm:prSet/>
      <dgm:spPr/>
      <dgm:t>
        <a:bodyPr/>
        <a:lstStyle/>
        <a:p>
          <a:endParaRPr lang="en-US"/>
        </a:p>
      </dgm:t>
    </dgm:pt>
    <dgm:pt modelId="{46B48ABA-EBBB-484B-A3B3-232C89557A69}" type="sibTrans" cxnId="{775FA1AA-C8B7-4EA8-88AB-234724CCA3FF}">
      <dgm:prSet/>
      <dgm:spPr/>
      <dgm:t>
        <a:bodyPr/>
        <a:lstStyle/>
        <a:p>
          <a:endParaRPr lang="en-US"/>
        </a:p>
      </dgm:t>
    </dgm:pt>
    <dgm:pt modelId="{11593934-B750-4A6E-9F52-94B8EB0F61D7}">
      <dgm:prSet/>
      <dgm:spPr/>
      <dgm:t>
        <a:bodyPr/>
        <a:lstStyle/>
        <a:p>
          <a:pPr>
            <a:lnSpc>
              <a:spcPct val="100000"/>
            </a:lnSpc>
          </a:pPr>
          <a:r>
            <a:rPr lang="zh-CN"/>
            <a:t>A subset with top 200 users × 300 movies</a:t>
          </a:r>
          <a:endParaRPr lang="en-US"/>
        </a:p>
      </dgm:t>
    </dgm:pt>
    <dgm:pt modelId="{036BAC49-EDF8-42EF-9366-C9746502D7FA}" type="parTrans" cxnId="{0C13360C-C2AE-4DCB-8F4B-592354561C31}">
      <dgm:prSet/>
      <dgm:spPr/>
      <dgm:t>
        <a:bodyPr/>
        <a:lstStyle/>
        <a:p>
          <a:endParaRPr lang="en-US"/>
        </a:p>
      </dgm:t>
    </dgm:pt>
    <dgm:pt modelId="{880AE252-B127-4121-95A0-46308DEC2223}" type="sibTrans" cxnId="{0C13360C-C2AE-4DCB-8F4B-592354561C31}">
      <dgm:prSet/>
      <dgm:spPr/>
      <dgm:t>
        <a:bodyPr/>
        <a:lstStyle/>
        <a:p>
          <a:endParaRPr lang="en-US"/>
        </a:p>
      </dgm:t>
    </dgm:pt>
    <dgm:pt modelId="{334F2C44-621F-497D-AB53-6394F39A4528}">
      <dgm:prSet/>
      <dgm:spPr/>
      <dgm:t>
        <a:bodyPr/>
        <a:lstStyle/>
        <a:p>
          <a:pPr>
            <a:lnSpc>
              <a:spcPct val="100000"/>
            </a:lnSpc>
          </a:pPr>
          <a:r>
            <a:rPr lang="zh-CN"/>
            <a:t>Highly Sparse with &gt;70% zeros</a:t>
          </a:r>
          <a:endParaRPr lang="en-US"/>
        </a:p>
      </dgm:t>
    </dgm:pt>
    <dgm:pt modelId="{5DEE44B8-95EA-4953-B8CF-97175219F8EA}" type="parTrans" cxnId="{C217D675-83DB-492E-A2EC-4C2EE1CB6023}">
      <dgm:prSet/>
      <dgm:spPr/>
      <dgm:t>
        <a:bodyPr/>
        <a:lstStyle/>
        <a:p>
          <a:endParaRPr lang="en-US"/>
        </a:p>
      </dgm:t>
    </dgm:pt>
    <dgm:pt modelId="{35B13589-988F-4CC0-A2DA-3780B0FA2843}" type="sibTrans" cxnId="{C217D675-83DB-492E-A2EC-4C2EE1CB6023}">
      <dgm:prSet/>
      <dgm:spPr/>
      <dgm:t>
        <a:bodyPr/>
        <a:lstStyle/>
        <a:p>
          <a:endParaRPr lang="en-US"/>
        </a:p>
      </dgm:t>
    </dgm:pt>
    <dgm:pt modelId="{CA60F003-227A-4CE1-8767-CFD6306D9F65}">
      <dgm:prSet/>
      <dgm:spPr/>
      <dgm:t>
        <a:bodyPr/>
        <a:lstStyle/>
        <a:p>
          <a:pPr>
            <a:lnSpc>
              <a:spcPct val="100000"/>
            </a:lnSpc>
          </a:pPr>
          <a:r>
            <a:rPr lang="zh-CN"/>
            <a:t>Volcano Topography</a:t>
          </a:r>
          <a:endParaRPr lang="en-US"/>
        </a:p>
      </dgm:t>
    </dgm:pt>
    <dgm:pt modelId="{D8203138-6A9A-4244-9500-6098A4DE0605}" type="parTrans" cxnId="{70855092-0CBE-451A-B26A-19C3ABC95C5B}">
      <dgm:prSet/>
      <dgm:spPr/>
      <dgm:t>
        <a:bodyPr/>
        <a:lstStyle/>
        <a:p>
          <a:endParaRPr lang="en-US"/>
        </a:p>
      </dgm:t>
    </dgm:pt>
    <dgm:pt modelId="{566E5EF6-91DC-4835-B8CB-EFDDD2174059}" type="sibTrans" cxnId="{70855092-0CBE-451A-B26A-19C3ABC95C5B}">
      <dgm:prSet/>
      <dgm:spPr/>
      <dgm:t>
        <a:bodyPr/>
        <a:lstStyle/>
        <a:p>
          <a:endParaRPr lang="en-US"/>
        </a:p>
      </dgm:t>
    </dgm:pt>
    <dgm:pt modelId="{0670C411-929C-4363-96B9-C8B4274672AB}">
      <dgm:prSet/>
      <dgm:spPr/>
      <dgm:t>
        <a:bodyPr/>
        <a:lstStyle/>
        <a:p>
          <a:pPr>
            <a:lnSpc>
              <a:spcPct val="100000"/>
            </a:lnSpc>
          </a:pPr>
          <a:r>
            <a:rPr lang="zh-CN"/>
            <a:t>A 87×61 matrix representing the elevation of a volcano</a:t>
          </a:r>
          <a:endParaRPr lang="en-US"/>
        </a:p>
      </dgm:t>
    </dgm:pt>
    <dgm:pt modelId="{6AE33686-F2A0-4B86-999C-CF762E101CAC}" type="parTrans" cxnId="{1457A344-CD3A-4EB2-A33F-3938BDDF2F4A}">
      <dgm:prSet/>
      <dgm:spPr/>
      <dgm:t>
        <a:bodyPr/>
        <a:lstStyle/>
        <a:p>
          <a:endParaRPr lang="en-US"/>
        </a:p>
      </dgm:t>
    </dgm:pt>
    <dgm:pt modelId="{DB53AC72-9878-4760-88B0-E09D434118F6}" type="sibTrans" cxnId="{1457A344-CD3A-4EB2-A33F-3938BDDF2F4A}">
      <dgm:prSet/>
      <dgm:spPr/>
      <dgm:t>
        <a:bodyPr/>
        <a:lstStyle/>
        <a:p>
          <a:endParaRPr lang="en-US"/>
        </a:p>
      </dgm:t>
    </dgm:pt>
    <dgm:pt modelId="{BFB5EB5E-1D15-42E1-AFEC-E5C1C7A9F9F2}">
      <dgm:prSet/>
      <dgm:spPr/>
      <dgm:t>
        <a:bodyPr/>
        <a:lstStyle/>
        <a:p>
          <a:pPr>
            <a:lnSpc>
              <a:spcPct val="100000"/>
            </a:lnSpc>
          </a:pPr>
          <a:r>
            <a:rPr lang="zh-CN"/>
            <a:t>Dense, Non-negative with high spatial correlation</a:t>
          </a:r>
          <a:endParaRPr lang="en-US"/>
        </a:p>
      </dgm:t>
    </dgm:pt>
    <dgm:pt modelId="{C2537815-1118-4954-91F0-E9C8202E9604}" type="parTrans" cxnId="{43A30F87-E23C-4FB4-8FE7-A42EBEF63D35}">
      <dgm:prSet/>
      <dgm:spPr/>
      <dgm:t>
        <a:bodyPr/>
        <a:lstStyle/>
        <a:p>
          <a:endParaRPr lang="en-US"/>
        </a:p>
      </dgm:t>
    </dgm:pt>
    <dgm:pt modelId="{950E6548-7444-4235-BAD2-06C927D38D7A}" type="sibTrans" cxnId="{43A30F87-E23C-4FB4-8FE7-A42EBEF63D35}">
      <dgm:prSet/>
      <dgm:spPr/>
      <dgm:t>
        <a:bodyPr/>
        <a:lstStyle/>
        <a:p>
          <a:endParaRPr lang="en-US"/>
        </a:p>
      </dgm:t>
    </dgm:pt>
    <dgm:pt modelId="{A9A45B29-A231-4C3A-B668-E0C2D803B6D2}">
      <dgm:prSet/>
      <dgm:spPr/>
      <dgm:t>
        <a:bodyPr/>
        <a:lstStyle/>
        <a:p>
          <a:pPr>
            <a:lnSpc>
              <a:spcPct val="100000"/>
            </a:lnSpc>
          </a:pPr>
          <a:r>
            <a:rPr lang="zh-CN"/>
            <a:t>Synthetic Matrix</a:t>
          </a:r>
          <a:endParaRPr lang="en-US"/>
        </a:p>
      </dgm:t>
    </dgm:pt>
    <dgm:pt modelId="{BF4783DB-0942-40C4-BF94-325437D5AD74}" type="parTrans" cxnId="{294D0A62-A0CA-47F0-BF07-6E670FE17EE1}">
      <dgm:prSet/>
      <dgm:spPr/>
      <dgm:t>
        <a:bodyPr/>
        <a:lstStyle/>
        <a:p>
          <a:endParaRPr lang="en-US"/>
        </a:p>
      </dgm:t>
    </dgm:pt>
    <dgm:pt modelId="{3921502D-3BAD-42CD-8F5A-E4C2980A125A}" type="sibTrans" cxnId="{294D0A62-A0CA-47F0-BF07-6E670FE17EE1}">
      <dgm:prSet/>
      <dgm:spPr/>
      <dgm:t>
        <a:bodyPr/>
        <a:lstStyle/>
        <a:p>
          <a:endParaRPr lang="en-US"/>
        </a:p>
      </dgm:t>
    </dgm:pt>
    <dgm:pt modelId="{BFF04B10-6804-4C59-BE9B-7E95E37EBA44}">
      <dgm:prSet/>
      <dgm:spPr/>
      <dgm:t>
        <a:bodyPr/>
        <a:lstStyle/>
        <a:p>
          <a:pPr>
            <a:lnSpc>
              <a:spcPct val="100000"/>
            </a:lnSpc>
          </a:pPr>
          <a:r>
            <a:rPr lang="zh-CN"/>
            <a:t>2000×2000 with rank = 50 to simulate large scale data</a:t>
          </a:r>
          <a:endParaRPr lang="en-US"/>
        </a:p>
      </dgm:t>
    </dgm:pt>
    <dgm:pt modelId="{640D2AB5-2E32-424A-BD83-4AF098B9B8F0}" type="parTrans" cxnId="{86494D91-332B-4E1D-AAD1-F3233B261AF1}">
      <dgm:prSet/>
      <dgm:spPr/>
      <dgm:t>
        <a:bodyPr/>
        <a:lstStyle/>
        <a:p>
          <a:endParaRPr lang="en-US"/>
        </a:p>
      </dgm:t>
    </dgm:pt>
    <dgm:pt modelId="{BF0455A4-1BC4-4ADC-9ABF-1DD0B6906DE2}" type="sibTrans" cxnId="{86494D91-332B-4E1D-AAD1-F3233B261AF1}">
      <dgm:prSet/>
      <dgm:spPr/>
      <dgm:t>
        <a:bodyPr/>
        <a:lstStyle/>
        <a:p>
          <a:endParaRPr lang="en-US"/>
        </a:p>
      </dgm:t>
    </dgm:pt>
    <dgm:pt modelId="{1658EB41-12B6-4A3C-8E98-C00BE5918477}">
      <dgm:prSet/>
      <dgm:spPr/>
      <dgm:t>
        <a:bodyPr/>
        <a:lstStyle/>
        <a:p>
          <a:pPr>
            <a:lnSpc>
              <a:spcPct val="100000"/>
            </a:lnSpc>
          </a:pPr>
          <a:r>
            <a:rPr lang="zh-CN"/>
            <a:t>Gauss noise added to simulate real-world measurements</a:t>
          </a:r>
          <a:endParaRPr lang="en-US"/>
        </a:p>
      </dgm:t>
    </dgm:pt>
    <dgm:pt modelId="{D58FA17A-226C-4A8A-9F59-01BD4CBDC1B1}" type="parTrans" cxnId="{7996FCC4-029E-4AC9-AAFF-B6757BAB214B}">
      <dgm:prSet/>
      <dgm:spPr/>
      <dgm:t>
        <a:bodyPr/>
        <a:lstStyle/>
        <a:p>
          <a:endParaRPr lang="en-US"/>
        </a:p>
      </dgm:t>
    </dgm:pt>
    <dgm:pt modelId="{AE405916-E087-4B05-BAAC-24E828669EE0}" type="sibTrans" cxnId="{7996FCC4-029E-4AC9-AAFF-B6757BAB214B}">
      <dgm:prSet/>
      <dgm:spPr/>
      <dgm:t>
        <a:bodyPr/>
        <a:lstStyle/>
        <a:p>
          <a:endParaRPr lang="en-US"/>
        </a:p>
      </dgm:t>
    </dgm:pt>
    <dgm:pt modelId="{58DB9747-97E1-459B-8218-2B0873DB4B40}" type="pres">
      <dgm:prSet presAssocID="{6E3E31FD-5349-4329-AE96-9E8D4C40D585}" presName="root" presStyleCnt="0">
        <dgm:presLayoutVars>
          <dgm:dir/>
          <dgm:resizeHandles val="exact"/>
        </dgm:presLayoutVars>
      </dgm:prSet>
      <dgm:spPr/>
    </dgm:pt>
    <dgm:pt modelId="{EEFFE768-2FB2-4CA9-B633-940256C0BF83}" type="pres">
      <dgm:prSet presAssocID="{184B0435-5F4F-4B31-B901-9579EC9F3B50}" presName="compNode" presStyleCnt="0"/>
      <dgm:spPr/>
    </dgm:pt>
    <dgm:pt modelId="{831554E6-D039-4171-B7F2-FBC6F4D52E24}" type="pres">
      <dgm:prSet presAssocID="{184B0435-5F4F-4B31-B901-9579EC9F3B50}" presName="bgRect" presStyleLbl="bgShp" presStyleIdx="0" presStyleCnt="3"/>
      <dgm:spPr/>
    </dgm:pt>
    <dgm:pt modelId="{F1DE1086-9E13-4A15-90AC-26359C349B50}" type="pres">
      <dgm:prSet presAssocID="{184B0435-5F4F-4B31-B901-9579EC9F3B5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9EB25431-3D62-4005-B6FA-E75BA9535B60}" type="pres">
      <dgm:prSet presAssocID="{184B0435-5F4F-4B31-B901-9579EC9F3B50}" presName="spaceRect" presStyleCnt="0"/>
      <dgm:spPr/>
    </dgm:pt>
    <dgm:pt modelId="{75957525-5B15-4AD2-AECA-875B236BAEE0}" type="pres">
      <dgm:prSet presAssocID="{184B0435-5F4F-4B31-B901-9579EC9F3B50}" presName="parTx" presStyleLbl="revTx" presStyleIdx="0" presStyleCnt="6">
        <dgm:presLayoutVars>
          <dgm:chMax val="0"/>
          <dgm:chPref val="0"/>
        </dgm:presLayoutVars>
      </dgm:prSet>
      <dgm:spPr/>
    </dgm:pt>
    <dgm:pt modelId="{A8B3B0BA-36BC-4683-AAA0-1E832CB1A62E}" type="pres">
      <dgm:prSet presAssocID="{184B0435-5F4F-4B31-B901-9579EC9F3B50}" presName="desTx" presStyleLbl="revTx" presStyleIdx="1" presStyleCnt="6">
        <dgm:presLayoutVars/>
      </dgm:prSet>
      <dgm:spPr/>
    </dgm:pt>
    <dgm:pt modelId="{FA76B1B1-0655-4059-9EBD-D85112DD2CD3}" type="pres">
      <dgm:prSet presAssocID="{46B48ABA-EBBB-484B-A3B3-232C89557A69}" presName="sibTrans" presStyleCnt="0"/>
      <dgm:spPr/>
    </dgm:pt>
    <dgm:pt modelId="{44533987-318D-4AD6-B469-A568EE8F567B}" type="pres">
      <dgm:prSet presAssocID="{CA60F003-227A-4CE1-8767-CFD6306D9F65}" presName="compNode" presStyleCnt="0"/>
      <dgm:spPr/>
    </dgm:pt>
    <dgm:pt modelId="{BCE0EB3B-004C-45B3-9A06-797CC6CE5FCD}" type="pres">
      <dgm:prSet presAssocID="{CA60F003-227A-4CE1-8767-CFD6306D9F65}" presName="bgRect" presStyleLbl="bgShp" presStyleIdx="1" presStyleCnt="3"/>
      <dgm:spPr/>
    </dgm:pt>
    <dgm:pt modelId="{53B54614-4716-4111-A809-38C86E823365}" type="pres">
      <dgm:prSet presAssocID="{CA60F003-227A-4CE1-8767-CFD6306D9F6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tagnes"/>
        </a:ext>
      </dgm:extLst>
    </dgm:pt>
    <dgm:pt modelId="{6170E3B2-5A88-45D9-9E78-0FD9DD8811DC}" type="pres">
      <dgm:prSet presAssocID="{CA60F003-227A-4CE1-8767-CFD6306D9F65}" presName="spaceRect" presStyleCnt="0"/>
      <dgm:spPr/>
    </dgm:pt>
    <dgm:pt modelId="{D1630C99-6B79-45C3-B2C3-6388CE761EBB}" type="pres">
      <dgm:prSet presAssocID="{CA60F003-227A-4CE1-8767-CFD6306D9F65}" presName="parTx" presStyleLbl="revTx" presStyleIdx="2" presStyleCnt="6">
        <dgm:presLayoutVars>
          <dgm:chMax val="0"/>
          <dgm:chPref val="0"/>
        </dgm:presLayoutVars>
      </dgm:prSet>
      <dgm:spPr/>
    </dgm:pt>
    <dgm:pt modelId="{EC2A7DD6-FB9F-4C97-828E-0604A62C781F}" type="pres">
      <dgm:prSet presAssocID="{CA60F003-227A-4CE1-8767-CFD6306D9F65}" presName="desTx" presStyleLbl="revTx" presStyleIdx="3" presStyleCnt="6">
        <dgm:presLayoutVars/>
      </dgm:prSet>
      <dgm:spPr/>
    </dgm:pt>
    <dgm:pt modelId="{FB10A87B-836A-4441-99FA-259C09E6CB2F}" type="pres">
      <dgm:prSet presAssocID="{566E5EF6-91DC-4835-B8CB-EFDDD2174059}" presName="sibTrans" presStyleCnt="0"/>
      <dgm:spPr/>
    </dgm:pt>
    <dgm:pt modelId="{0207D1F6-EC77-44EC-904E-3E5B9B847613}" type="pres">
      <dgm:prSet presAssocID="{A9A45B29-A231-4C3A-B668-E0C2D803B6D2}" presName="compNode" presStyleCnt="0"/>
      <dgm:spPr/>
    </dgm:pt>
    <dgm:pt modelId="{E06A8AED-39C7-46BD-934B-4C6A8E9301F7}" type="pres">
      <dgm:prSet presAssocID="{A9A45B29-A231-4C3A-B668-E0C2D803B6D2}" presName="bgRect" presStyleLbl="bgShp" presStyleIdx="2" presStyleCnt="3"/>
      <dgm:spPr/>
    </dgm:pt>
    <dgm:pt modelId="{E384AAB8-1ABA-491D-B1AE-1352211A92E0}" type="pres">
      <dgm:prSet presAssocID="{A9A45B29-A231-4C3A-B668-E0C2D803B6D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351F7E30-6C80-4A9D-85D3-C4D3BD8866A1}" type="pres">
      <dgm:prSet presAssocID="{A9A45B29-A231-4C3A-B668-E0C2D803B6D2}" presName="spaceRect" presStyleCnt="0"/>
      <dgm:spPr/>
    </dgm:pt>
    <dgm:pt modelId="{113C2822-4CF1-4552-BF52-135C48642BE0}" type="pres">
      <dgm:prSet presAssocID="{A9A45B29-A231-4C3A-B668-E0C2D803B6D2}" presName="parTx" presStyleLbl="revTx" presStyleIdx="4" presStyleCnt="6">
        <dgm:presLayoutVars>
          <dgm:chMax val="0"/>
          <dgm:chPref val="0"/>
        </dgm:presLayoutVars>
      </dgm:prSet>
      <dgm:spPr/>
    </dgm:pt>
    <dgm:pt modelId="{CD27E0A1-243D-4BB9-A0A1-DBCF2460DD22}" type="pres">
      <dgm:prSet presAssocID="{A9A45B29-A231-4C3A-B668-E0C2D803B6D2}" presName="desTx" presStyleLbl="revTx" presStyleIdx="5" presStyleCnt="6">
        <dgm:presLayoutVars/>
      </dgm:prSet>
      <dgm:spPr/>
    </dgm:pt>
  </dgm:ptLst>
  <dgm:cxnLst>
    <dgm:cxn modelId="{37917502-3DC2-4E60-8FA5-2FE52477D172}" type="presOf" srcId="{6E3E31FD-5349-4329-AE96-9E8D4C40D585}" destId="{58DB9747-97E1-459B-8218-2B0873DB4B40}" srcOrd="0" destOrd="0" presId="urn:microsoft.com/office/officeart/2018/2/layout/IconVerticalSolidList"/>
    <dgm:cxn modelId="{4ED1CC03-EDDA-4232-84B7-F250B9942E5F}" type="presOf" srcId="{A9A45B29-A231-4C3A-B668-E0C2D803B6D2}" destId="{113C2822-4CF1-4552-BF52-135C48642BE0}" srcOrd="0" destOrd="0" presId="urn:microsoft.com/office/officeart/2018/2/layout/IconVerticalSolidList"/>
    <dgm:cxn modelId="{0C13360C-C2AE-4DCB-8F4B-592354561C31}" srcId="{184B0435-5F4F-4B31-B901-9579EC9F3B50}" destId="{11593934-B750-4A6E-9F52-94B8EB0F61D7}" srcOrd="0" destOrd="0" parTransId="{036BAC49-EDF8-42EF-9366-C9746502D7FA}" sibTransId="{880AE252-B127-4121-95A0-46308DEC2223}"/>
    <dgm:cxn modelId="{C1E45424-23A0-421F-A18A-CA9E3049AF8B}" type="presOf" srcId="{184B0435-5F4F-4B31-B901-9579EC9F3B50}" destId="{75957525-5B15-4AD2-AECA-875B236BAEE0}" srcOrd="0" destOrd="0" presId="urn:microsoft.com/office/officeart/2018/2/layout/IconVerticalSolidList"/>
    <dgm:cxn modelId="{294D0A62-A0CA-47F0-BF07-6E670FE17EE1}" srcId="{6E3E31FD-5349-4329-AE96-9E8D4C40D585}" destId="{A9A45B29-A231-4C3A-B668-E0C2D803B6D2}" srcOrd="2" destOrd="0" parTransId="{BF4783DB-0942-40C4-BF94-325437D5AD74}" sibTransId="{3921502D-3BAD-42CD-8F5A-E4C2980A125A}"/>
    <dgm:cxn modelId="{1457A344-CD3A-4EB2-A33F-3938BDDF2F4A}" srcId="{CA60F003-227A-4CE1-8767-CFD6306D9F65}" destId="{0670C411-929C-4363-96B9-C8B4274672AB}" srcOrd="0" destOrd="0" parTransId="{6AE33686-F2A0-4B86-999C-CF762E101CAC}" sibTransId="{DB53AC72-9878-4760-88B0-E09D434118F6}"/>
    <dgm:cxn modelId="{38746255-BFD4-4D7B-859A-C19B51F304B3}" type="presOf" srcId="{0670C411-929C-4363-96B9-C8B4274672AB}" destId="{EC2A7DD6-FB9F-4C97-828E-0604A62C781F}" srcOrd="0" destOrd="0" presId="urn:microsoft.com/office/officeart/2018/2/layout/IconVerticalSolidList"/>
    <dgm:cxn modelId="{C217D675-83DB-492E-A2EC-4C2EE1CB6023}" srcId="{184B0435-5F4F-4B31-B901-9579EC9F3B50}" destId="{334F2C44-621F-497D-AB53-6394F39A4528}" srcOrd="1" destOrd="0" parTransId="{5DEE44B8-95EA-4953-B8CF-97175219F8EA}" sibTransId="{35B13589-988F-4CC0-A2DA-3780B0FA2843}"/>
    <dgm:cxn modelId="{B1C29476-6C8C-4F58-BAEE-EE2306CB3345}" type="presOf" srcId="{11593934-B750-4A6E-9F52-94B8EB0F61D7}" destId="{A8B3B0BA-36BC-4683-AAA0-1E832CB1A62E}" srcOrd="0" destOrd="0" presId="urn:microsoft.com/office/officeart/2018/2/layout/IconVerticalSolidList"/>
    <dgm:cxn modelId="{43A30F87-E23C-4FB4-8FE7-A42EBEF63D35}" srcId="{CA60F003-227A-4CE1-8767-CFD6306D9F65}" destId="{BFB5EB5E-1D15-42E1-AFEC-E5C1C7A9F9F2}" srcOrd="1" destOrd="0" parTransId="{C2537815-1118-4954-91F0-E9C8202E9604}" sibTransId="{950E6548-7444-4235-BAD2-06C927D38D7A}"/>
    <dgm:cxn modelId="{86494D91-332B-4E1D-AAD1-F3233B261AF1}" srcId="{A9A45B29-A231-4C3A-B668-E0C2D803B6D2}" destId="{BFF04B10-6804-4C59-BE9B-7E95E37EBA44}" srcOrd="0" destOrd="0" parTransId="{640D2AB5-2E32-424A-BD83-4AF098B9B8F0}" sibTransId="{BF0455A4-1BC4-4ADC-9ABF-1DD0B6906DE2}"/>
    <dgm:cxn modelId="{70855092-0CBE-451A-B26A-19C3ABC95C5B}" srcId="{6E3E31FD-5349-4329-AE96-9E8D4C40D585}" destId="{CA60F003-227A-4CE1-8767-CFD6306D9F65}" srcOrd="1" destOrd="0" parTransId="{D8203138-6A9A-4244-9500-6098A4DE0605}" sibTransId="{566E5EF6-91DC-4835-B8CB-EFDDD2174059}"/>
    <dgm:cxn modelId="{3B18DAA4-78F1-44A7-B707-43C9E046AC7F}" type="presOf" srcId="{1658EB41-12B6-4A3C-8E98-C00BE5918477}" destId="{CD27E0A1-243D-4BB9-A0A1-DBCF2460DD22}" srcOrd="0" destOrd="1" presId="urn:microsoft.com/office/officeart/2018/2/layout/IconVerticalSolidList"/>
    <dgm:cxn modelId="{775FA1AA-C8B7-4EA8-88AB-234724CCA3FF}" srcId="{6E3E31FD-5349-4329-AE96-9E8D4C40D585}" destId="{184B0435-5F4F-4B31-B901-9579EC9F3B50}" srcOrd="0" destOrd="0" parTransId="{551DA27D-6485-4D47-A5C2-A30BDBC445FE}" sibTransId="{46B48ABA-EBBB-484B-A3B3-232C89557A69}"/>
    <dgm:cxn modelId="{F7D29AB3-F3EC-4803-9270-C49ADDE57FB9}" type="presOf" srcId="{BFB5EB5E-1D15-42E1-AFEC-E5C1C7A9F9F2}" destId="{EC2A7DD6-FB9F-4C97-828E-0604A62C781F}" srcOrd="0" destOrd="1" presId="urn:microsoft.com/office/officeart/2018/2/layout/IconVerticalSolidList"/>
    <dgm:cxn modelId="{7996FCC4-029E-4AC9-AAFF-B6757BAB214B}" srcId="{A9A45B29-A231-4C3A-B668-E0C2D803B6D2}" destId="{1658EB41-12B6-4A3C-8E98-C00BE5918477}" srcOrd="1" destOrd="0" parTransId="{D58FA17A-226C-4A8A-9F59-01BD4CBDC1B1}" sibTransId="{AE405916-E087-4B05-BAAC-24E828669EE0}"/>
    <dgm:cxn modelId="{6AD5C3E5-BCFB-4A19-82F8-65A5B529AB31}" type="presOf" srcId="{BFF04B10-6804-4C59-BE9B-7E95E37EBA44}" destId="{CD27E0A1-243D-4BB9-A0A1-DBCF2460DD22}" srcOrd="0" destOrd="0" presId="urn:microsoft.com/office/officeart/2018/2/layout/IconVerticalSolidList"/>
    <dgm:cxn modelId="{895E79EC-6D22-4F97-904E-1BB38E290966}" type="presOf" srcId="{CA60F003-227A-4CE1-8767-CFD6306D9F65}" destId="{D1630C99-6B79-45C3-B2C3-6388CE761EBB}" srcOrd="0" destOrd="0" presId="urn:microsoft.com/office/officeart/2018/2/layout/IconVerticalSolidList"/>
    <dgm:cxn modelId="{E6C023FE-3DD3-4BF0-9C94-DA187CD49242}" type="presOf" srcId="{334F2C44-621F-497D-AB53-6394F39A4528}" destId="{A8B3B0BA-36BC-4683-AAA0-1E832CB1A62E}" srcOrd="0" destOrd="1" presId="urn:microsoft.com/office/officeart/2018/2/layout/IconVerticalSolidList"/>
    <dgm:cxn modelId="{3F628687-AAB4-408A-A081-12FE7667E459}" type="presParOf" srcId="{58DB9747-97E1-459B-8218-2B0873DB4B40}" destId="{EEFFE768-2FB2-4CA9-B633-940256C0BF83}" srcOrd="0" destOrd="0" presId="urn:microsoft.com/office/officeart/2018/2/layout/IconVerticalSolidList"/>
    <dgm:cxn modelId="{07291C78-7144-4F10-A9BB-8D88B11099C1}" type="presParOf" srcId="{EEFFE768-2FB2-4CA9-B633-940256C0BF83}" destId="{831554E6-D039-4171-B7F2-FBC6F4D52E24}" srcOrd="0" destOrd="0" presId="urn:microsoft.com/office/officeart/2018/2/layout/IconVerticalSolidList"/>
    <dgm:cxn modelId="{6E70FCB9-015A-4AFF-8C8F-F716D7EAEA5C}" type="presParOf" srcId="{EEFFE768-2FB2-4CA9-B633-940256C0BF83}" destId="{F1DE1086-9E13-4A15-90AC-26359C349B50}" srcOrd="1" destOrd="0" presId="urn:microsoft.com/office/officeart/2018/2/layout/IconVerticalSolidList"/>
    <dgm:cxn modelId="{45D8D488-4B40-4CFC-B7FE-F1D3444F5266}" type="presParOf" srcId="{EEFFE768-2FB2-4CA9-B633-940256C0BF83}" destId="{9EB25431-3D62-4005-B6FA-E75BA9535B60}" srcOrd="2" destOrd="0" presId="urn:microsoft.com/office/officeart/2018/2/layout/IconVerticalSolidList"/>
    <dgm:cxn modelId="{296C891B-5E49-4C80-8D1C-C2F96A242DB3}" type="presParOf" srcId="{EEFFE768-2FB2-4CA9-B633-940256C0BF83}" destId="{75957525-5B15-4AD2-AECA-875B236BAEE0}" srcOrd="3" destOrd="0" presId="urn:microsoft.com/office/officeart/2018/2/layout/IconVerticalSolidList"/>
    <dgm:cxn modelId="{E18E914E-F61C-40C4-84A0-08124EC2C141}" type="presParOf" srcId="{EEFFE768-2FB2-4CA9-B633-940256C0BF83}" destId="{A8B3B0BA-36BC-4683-AAA0-1E832CB1A62E}" srcOrd="4" destOrd="0" presId="urn:microsoft.com/office/officeart/2018/2/layout/IconVerticalSolidList"/>
    <dgm:cxn modelId="{CDDF78A0-E3FE-49DB-93AF-7190ED36FE06}" type="presParOf" srcId="{58DB9747-97E1-459B-8218-2B0873DB4B40}" destId="{FA76B1B1-0655-4059-9EBD-D85112DD2CD3}" srcOrd="1" destOrd="0" presId="urn:microsoft.com/office/officeart/2018/2/layout/IconVerticalSolidList"/>
    <dgm:cxn modelId="{5DB68DD0-3728-468B-AE41-DE2C876D0530}" type="presParOf" srcId="{58DB9747-97E1-459B-8218-2B0873DB4B40}" destId="{44533987-318D-4AD6-B469-A568EE8F567B}" srcOrd="2" destOrd="0" presId="urn:microsoft.com/office/officeart/2018/2/layout/IconVerticalSolidList"/>
    <dgm:cxn modelId="{61F40DA6-C367-4D11-BD3E-69A61A9362A0}" type="presParOf" srcId="{44533987-318D-4AD6-B469-A568EE8F567B}" destId="{BCE0EB3B-004C-45B3-9A06-797CC6CE5FCD}" srcOrd="0" destOrd="0" presId="urn:microsoft.com/office/officeart/2018/2/layout/IconVerticalSolidList"/>
    <dgm:cxn modelId="{2DBC9C87-8BCA-4373-A651-03B3DD171437}" type="presParOf" srcId="{44533987-318D-4AD6-B469-A568EE8F567B}" destId="{53B54614-4716-4111-A809-38C86E823365}" srcOrd="1" destOrd="0" presId="urn:microsoft.com/office/officeart/2018/2/layout/IconVerticalSolidList"/>
    <dgm:cxn modelId="{062C1376-53E1-40CF-923B-C265E884BCE0}" type="presParOf" srcId="{44533987-318D-4AD6-B469-A568EE8F567B}" destId="{6170E3B2-5A88-45D9-9E78-0FD9DD8811DC}" srcOrd="2" destOrd="0" presId="urn:microsoft.com/office/officeart/2018/2/layout/IconVerticalSolidList"/>
    <dgm:cxn modelId="{21BEA918-E8A8-4F45-8429-172A538EB8AF}" type="presParOf" srcId="{44533987-318D-4AD6-B469-A568EE8F567B}" destId="{D1630C99-6B79-45C3-B2C3-6388CE761EBB}" srcOrd="3" destOrd="0" presId="urn:microsoft.com/office/officeart/2018/2/layout/IconVerticalSolidList"/>
    <dgm:cxn modelId="{BB798391-43E1-46A9-BA9F-5D66AAC91E32}" type="presParOf" srcId="{44533987-318D-4AD6-B469-A568EE8F567B}" destId="{EC2A7DD6-FB9F-4C97-828E-0604A62C781F}" srcOrd="4" destOrd="0" presId="urn:microsoft.com/office/officeart/2018/2/layout/IconVerticalSolidList"/>
    <dgm:cxn modelId="{B535D946-AB8A-49F5-BA7B-24ABBA5A82E8}" type="presParOf" srcId="{58DB9747-97E1-459B-8218-2B0873DB4B40}" destId="{FB10A87B-836A-4441-99FA-259C09E6CB2F}" srcOrd="3" destOrd="0" presId="urn:microsoft.com/office/officeart/2018/2/layout/IconVerticalSolidList"/>
    <dgm:cxn modelId="{A03E86D5-206F-4990-AEBF-94FF53C4CE8A}" type="presParOf" srcId="{58DB9747-97E1-459B-8218-2B0873DB4B40}" destId="{0207D1F6-EC77-44EC-904E-3E5B9B847613}" srcOrd="4" destOrd="0" presId="urn:microsoft.com/office/officeart/2018/2/layout/IconVerticalSolidList"/>
    <dgm:cxn modelId="{DB583D1A-9C44-4315-A701-D6B1AFFACBA3}" type="presParOf" srcId="{0207D1F6-EC77-44EC-904E-3E5B9B847613}" destId="{E06A8AED-39C7-46BD-934B-4C6A8E9301F7}" srcOrd="0" destOrd="0" presId="urn:microsoft.com/office/officeart/2018/2/layout/IconVerticalSolidList"/>
    <dgm:cxn modelId="{FC5D323C-4A19-4403-B34B-86761694398E}" type="presParOf" srcId="{0207D1F6-EC77-44EC-904E-3E5B9B847613}" destId="{E384AAB8-1ABA-491D-B1AE-1352211A92E0}" srcOrd="1" destOrd="0" presId="urn:microsoft.com/office/officeart/2018/2/layout/IconVerticalSolidList"/>
    <dgm:cxn modelId="{BA189844-9080-45A7-8AD2-10063EA79176}" type="presParOf" srcId="{0207D1F6-EC77-44EC-904E-3E5B9B847613}" destId="{351F7E30-6C80-4A9D-85D3-C4D3BD8866A1}" srcOrd="2" destOrd="0" presId="urn:microsoft.com/office/officeart/2018/2/layout/IconVerticalSolidList"/>
    <dgm:cxn modelId="{931A30EC-26EE-4728-A766-338D59DE4586}" type="presParOf" srcId="{0207D1F6-EC77-44EC-904E-3E5B9B847613}" destId="{113C2822-4CF1-4552-BF52-135C48642BE0}" srcOrd="3" destOrd="0" presId="urn:microsoft.com/office/officeart/2018/2/layout/IconVerticalSolidList"/>
    <dgm:cxn modelId="{A6B07A42-679A-4CE5-A2B5-36641B113611}" type="presParOf" srcId="{0207D1F6-EC77-44EC-904E-3E5B9B847613}" destId="{CD27E0A1-243D-4BB9-A0A1-DBCF2460DD22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4E5B1E3-E929-4B33-B515-3036D3F626D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BABCB12-E36F-477A-A183-6B3A581EB57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zh-CN"/>
            <a:t>Deterministic SVD </a:t>
          </a:r>
          <a:endParaRPr lang="en-US"/>
        </a:p>
      </dgm:t>
    </dgm:pt>
    <dgm:pt modelId="{9CAF9E0B-B7F2-49C4-B0E7-04FA6B8FCCA8}" type="parTrans" cxnId="{D0E7732C-5810-4DE6-A07D-C2F77C4A3D6F}">
      <dgm:prSet/>
      <dgm:spPr/>
      <dgm:t>
        <a:bodyPr/>
        <a:lstStyle/>
        <a:p>
          <a:endParaRPr lang="en-US"/>
        </a:p>
      </dgm:t>
    </dgm:pt>
    <dgm:pt modelId="{D3C4895E-BDC8-42BD-9F89-5F3BE10429CC}" type="sibTrans" cxnId="{D0E7732C-5810-4DE6-A07D-C2F77C4A3D6F}">
      <dgm:prSet/>
      <dgm:spPr/>
      <dgm:t>
        <a:bodyPr/>
        <a:lstStyle/>
        <a:p>
          <a:endParaRPr lang="en-US"/>
        </a:p>
      </dgm:t>
    </dgm:pt>
    <dgm:pt modelId="{7AA53F12-3F38-436B-9DFC-0A564FC7060C}">
      <dgm:prSet/>
      <dgm:spPr/>
      <dgm:t>
        <a:bodyPr/>
        <a:lstStyle/>
        <a:p>
          <a:pPr>
            <a:lnSpc>
              <a:spcPct val="100000"/>
            </a:lnSpc>
          </a:pPr>
          <a:r>
            <a:rPr lang="zh-CN"/>
            <a:t>Mathematically optimal solution with time complexity O</a:t>
          </a:r>
          <a:r>
            <a:rPr lang="en-US"/>
            <a:t>(mn^2)</a:t>
          </a:r>
        </a:p>
      </dgm:t>
    </dgm:pt>
    <dgm:pt modelId="{BD30E089-3CC9-47ED-AE72-E13EAC4A8A88}" type="parTrans" cxnId="{C9C261C6-AA2A-443E-9D3E-2406C5BB48F3}">
      <dgm:prSet/>
      <dgm:spPr/>
      <dgm:t>
        <a:bodyPr/>
        <a:lstStyle/>
        <a:p>
          <a:endParaRPr lang="en-US"/>
        </a:p>
      </dgm:t>
    </dgm:pt>
    <dgm:pt modelId="{4F25B020-BDC3-439F-B7C1-B4FE27B03AEB}" type="sibTrans" cxnId="{C9C261C6-AA2A-443E-9D3E-2406C5BB48F3}">
      <dgm:prSet/>
      <dgm:spPr/>
      <dgm:t>
        <a:bodyPr/>
        <a:lstStyle/>
        <a:p>
          <a:endParaRPr lang="en-US"/>
        </a:p>
      </dgm:t>
    </dgm:pt>
    <dgm:pt modelId="{C9334A51-4E12-40C1-9A01-1312B36E4E1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zh-CN"/>
            <a:t>Randomized SVD</a:t>
          </a:r>
          <a:endParaRPr lang="en-US"/>
        </a:p>
      </dgm:t>
    </dgm:pt>
    <dgm:pt modelId="{519086DD-23EF-4634-AB22-C3AEC47869EF}" type="parTrans" cxnId="{FED5DDA4-4940-427C-AE32-B349A9EDADD3}">
      <dgm:prSet/>
      <dgm:spPr/>
      <dgm:t>
        <a:bodyPr/>
        <a:lstStyle/>
        <a:p>
          <a:endParaRPr lang="en-US"/>
        </a:p>
      </dgm:t>
    </dgm:pt>
    <dgm:pt modelId="{BD184333-CFBC-4630-B125-8BD9491CA5AC}" type="sibTrans" cxnId="{FED5DDA4-4940-427C-AE32-B349A9EDADD3}">
      <dgm:prSet/>
      <dgm:spPr/>
      <dgm:t>
        <a:bodyPr/>
        <a:lstStyle/>
        <a:p>
          <a:endParaRPr lang="en-US"/>
        </a:p>
      </dgm:t>
    </dgm:pt>
    <dgm:pt modelId="{4D6DB582-C615-40AD-AD29-DAD4E673368F}">
      <dgm:prSet/>
      <dgm:spPr/>
      <dgm:t>
        <a:bodyPr/>
        <a:lstStyle/>
        <a:p>
          <a:pPr>
            <a:lnSpc>
              <a:spcPct val="100000"/>
            </a:lnSpc>
          </a:pPr>
          <a:r>
            <a:rPr lang="zh-CN"/>
            <a:t>Random projection &amp; Dimensionality reduction with O(mnk)</a:t>
          </a:r>
          <a:endParaRPr lang="en-US"/>
        </a:p>
      </dgm:t>
    </dgm:pt>
    <dgm:pt modelId="{88B1669E-0DB2-4C70-AB0D-7967C381A487}" type="parTrans" cxnId="{661D3CB0-DC37-4CAE-A61C-4D47D21AFBDB}">
      <dgm:prSet/>
      <dgm:spPr/>
      <dgm:t>
        <a:bodyPr/>
        <a:lstStyle/>
        <a:p>
          <a:endParaRPr lang="en-US"/>
        </a:p>
      </dgm:t>
    </dgm:pt>
    <dgm:pt modelId="{B65545DB-1982-4BE3-ABDF-070F0B4F72B1}" type="sibTrans" cxnId="{661D3CB0-DC37-4CAE-A61C-4D47D21AFBDB}">
      <dgm:prSet/>
      <dgm:spPr/>
      <dgm:t>
        <a:bodyPr/>
        <a:lstStyle/>
        <a:p>
          <a:endParaRPr lang="en-US"/>
        </a:p>
      </dgm:t>
    </dgm:pt>
    <dgm:pt modelId="{F55A1233-2F18-401B-8FA9-19DBD413A07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zh-CN"/>
            <a:t>Features on the datasets</a:t>
          </a:r>
          <a:endParaRPr lang="en-US"/>
        </a:p>
      </dgm:t>
    </dgm:pt>
    <dgm:pt modelId="{6801FC3B-A0D4-44AA-BBC1-4D175B4982AA}" type="parTrans" cxnId="{B8AF488F-57C0-41D8-B94A-BA6E89024794}">
      <dgm:prSet/>
      <dgm:spPr/>
      <dgm:t>
        <a:bodyPr/>
        <a:lstStyle/>
        <a:p>
          <a:endParaRPr lang="en-US"/>
        </a:p>
      </dgm:t>
    </dgm:pt>
    <dgm:pt modelId="{15D7B833-F62E-4544-ACAE-16E6EA5C9D16}" type="sibTrans" cxnId="{B8AF488F-57C0-41D8-B94A-BA6E89024794}">
      <dgm:prSet/>
      <dgm:spPr/>
      <dgm:t>
        <a:bodyPr/>
        <a:lstStyle/>
        <a:p>
          <a:endParaRPr lang="en-US"/>
        </a:p>
      </dgm:t>
    </dgm:pt>
    <dgm:pt modelId="{91CDF7E5-8676-4C5D-B7A3-7BAF31AE1E37}">
      <dgm:prSet/>
      <dgm:spPr/>
      <dgm:t>
        <a:bodyPr/>
        <a:lstStyle/>
        <a:p>
          <a:pPr>
            <a:lnSpc>
              <a:spcPct val="100000"/>
            </a:lnSpc>
          </a:pPr>
          <a:r>
            <a:rPr lang="zh-CN"/>
            <a:t>Reconstructed Matrix: Matrix completion(dense)</a:t>
          </a:r>
          <a:endParaRPr lang="en-US"/>
        </a:p>
      </dgm:t>
    </dgm:pt>
    <dgm:pt modelId="{B0732954-DF57-4819-9DC1-2DEF69B2144A}" type="parTrans" cxnId="{94BD1793-B913-4689-9C99-76889E41C6C4}">
      <dgm:prSet/>
      <dgm:spPr/>
      <dgm:t>
        <a:bodyPr/>
        <a:lstStyle/>
        <a:p>
          <a:endParaRPr lang="en-US"/>
        </a:p>
      </dgm:t>
    </dgm:pt>
    <dgm:pt modelId="{54BD8746-9DE4-41B4-B1EB-C84E929659BC}" type="sibTrans" cxnId="{94BD1793-B913-4689-9C99-76889E41C6C4}">
      <dgm:prSet/>
      <dgm:spPr/>
      <dgm:t>
        <a:bodyPr/>
        <a:lstStyle/>
        <a:p>
          <a:endParaRPr lang="en-US"/>
        </a:p>
      </dgm:t>
    </dgm:pt>
    <dgm:pt modelId="{C4716190-8915-457E-90CE-A963D8B6EE56}">
      <dgm:prSet/>
      <dgm:spPr/>
      <dgm:t>
        <a:bodyPr/>
        <a:lstStyle/>
        <a:p>
          <a:pPr>
            <a:lnSpc>
              <a:spcPct val="100000"/>
            </a:lnSpc>
          </a:pPr>
          <a:r>
            <a:rPr lang="zh-CN"/>
            <a:t>Factor Components: Top columns of left singular matrix U</a:t>
          </a:r>
          <a:endParaRPr lang="en-US"/>
        </a:p>
      </dgm:t>
    </dgm:pt>
    <dgm:pt modelId="{0A260820-59E5-4F33-8B5E-165845EAEC78}" type="parTrans" cxnId="{95EEA025-8935-478D-B21B-5F04193BEAFA}">
      <dgm:prSet/>
      <dgm:spPr/>
      <dgm:t>
        <a:bodyPr/>
        <a:lstStyle/>
        <a:p>
          <a:endParaRPr lang="en-US"/>
        </a:p>
      </dgm:t>
    </dgm:pt>
    <dgm:pt modelId="{F361789E-6AE0-49EC-9F74-E820CD742E48}" type="sibTrans" cxnId="{95EEA025-8935-478D-B21B-5F04193BEAFA}">
      <dgm:prSet/>
      <dgm:spPr/>
      <dgm:t>
        <a:bodyPr/>
        <a:lstStyle/>
        <a:p>
          <a:endParaRPr lang="en-US"/>
        </a:p>
      </dgm:t>
    </dgm:pt>
    <dgm:pt modelId="{282DEC31-7115-4A7E-B83F-20EBBEFEEE85}">
      <dgm:prSet/>
      <dgm:spPr/>
      <dgm:t>
        <a:bodyPr/>
        <a:lstStyle/>
        <a:p>
          <a:pPr>
            <a:lnSpc>
              <a:spcPct val="100000"/>
            </a:lnSpc>
          </a:pPr>
          <a:r>
            <a:rPr lang="zh-CN"/>
            <a:t>Algorithm Behavior: Fluctuation pattern of the eigenvector on each row</a:t>
          </a:r>
          <a:endParaRPr lang="en-US"/>
        </a:p>
      </dgm:t>
    </dgm:pt>
    <dgm:pt modelId="{448A3C95-414D-4645-96EB-8B5853D72038}" type="parTrans" cxnId="{45AFC7CA-12F5-496A-87AB-E4DC3644BB2C}">
      <dgm:prSet/>
      <dgm:spPr/>
      <dgm:t>
        <a:bodyPr/>
        <a:lstStyle/>
        <a:p>
          <a:endParaRPr lang="en-US"/>
        </a:p>
      </dgm:t>
    </dgm:pt>
    <dgm:pt modelId="{9533E278-0CA4-4F26-94F7-8DCC44C67523}" type="sibTrans" cxnId="{45AFC7CA-12F5-496A-87AB-E4DC3644BB2C}">
      <dgm:prSet/>
      <dgm:spPr/>
      <dgm:t>
        <a:bodyPr/>
        <a:lstStyle/>
        <a:p>
          <a:endParaRPr lang="en-US"/>
        </a:p>
      </dgm:t>
    </dgm:pt>
    <dgm:pt modelId="{0FB26A1D-24E4-4066-8D57-7EC246941E5B}" type="pres">
      <dgm:prSet presAssocID="{34E5B1E3-E929-4B33-B515-3036D3F626DA}" presName="root" presStyleCnt="0">
        <dgm:presLayoutVars>
          <dgm:dir/>
          <dgm:resizeHandles val="exact"/>
        </dgm:presLayoutVars>
      </dgm:prSet>
      <dgm:spPr/>
    </dgm:pt>
    <dgm:pt modelId="{C7A990D7-1E50-44E5-B33B-8E7A91D1BD24}" type="pres">
      <dgm:prSet presAssocID="{9BABCB12-E36F-477A-A183-6B3A581EB578}" presName="compNode" presStyleCnt="0"/>
      <dgm:spPr/>
    </dgm:pt>
    <dgm:pt modelId="{D514F727-37F8-4C30-A4E4-05360CB0F8EE}" type="pres">
      <dgm:prSet presAssocID="{9BABCB12-E36F-477A-A183-6B3A581EB57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4F3756B-84BF-4C41-9D2A-4FEC2C973387}" type="pres">
      <dgm:prSet presAssocID="{9BABCB12-E36F-477A-A183-6B3A581EB578}" presName="iconSpace" presStyleCnt="0"/>
      <dgm:spPr/>
    </dgm:pt>
    <dgm:pt modelId="{D8784EDC-85A6-42F8-8753-5E8E0D91E777}" type="pres">
      <dgm:prSet presAssocID="{9BABCB12-E36F-477A-A183-6B3A581EB578}" presName="parTx" presStyleLbl="revTx" presStyleIdx="0" presStyleCnt="6">
        <dgm:presLayoutVars>
          <dgm:chMax val="0"/>
          <dgm:chPref val="0"/>
        </dgm:presLayoutVars>
      </dgm:prSet>
      <dgm:spPr/>
    </dgm:pt>
    <dgm:pt modelId="{646075FF-1664-4640-8302-8E9E0C9FA17E}" type="pres">
      <dgm:prSet presAssocID="{9BABCB12-E36F-477A-A183-6B3A581EB578}" presName="txSpace" presStyleCnt="0"/>
      <dgm:spPr/>
    </dgm:pt>
    <dgm:pt modelId="{570209D8-72A3-41DA-BDF4-8E518CA2EF3D}" type="pres">
      <dgm:prSet presAssocID="{9BABCB12-E36F-477A-A183-6B3A581EB578}" presName="desTx" presStyleLbl="revTx" presStyleIdx="1" presStyleCnt="6">
        <dgm:presLayoutVars/>
      </dgm:prSet>
      <dgm:spPr/>
    </dgm:pt>
    <dgm:pt modelId="{49CCBC95-F718-4F00-B2A6-BEE3B842E898}" type="pres">
      <dgm:prSet presAssocID="{D3C4895E-BDC8-42BD-9F89-5F3BE10429CC}" presName="sibTrans" presStyleCnt="0"/>
      <dgm:spPr/>
    </dgm:pt>
    <dgm:pt modelId="{3EC2A7D0-5719-4CA7-A3F7-11A9881CF2B8}" type="pres">
      <dgm:prSet presAssocID="{C9334A51-4E12-40C1-9A01-1312B36E4E14}" presName="compNode" presStyleCnt="0"/>
      <dgm:spPr/>
    </dgm:pt>
    <dgm:pt modelId="{6CD45D65-B95B-4F6B-AC45-35B043BD8CED}" type="pres">
      <dgm:prSet presAssocID="{C9334A51-4E12-40C1-9A01-1312B36E4E1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ques"/>
        </a:ext>
      </dgm:extLst>
    </dgm:pt>
    <dgm:pt modelId="{EB33E001-22A4-40B5-8078-0C15F9B792ED}" type="pres">
      <dgm:prSet presAssocID="{C9334A51-4E12-40C1-9A01-1312B36E4E14}" presName="iconSpace" presStyleCnt="0"/>
      <dgm:spPr/>
    </dgm:pt>
    <dgm:pt modelId="{377C5347-EC7D-4D6D-919B-AE3FFFC80642}" type="pres">
      <dgm:prSet presAssocID="{C9334A51-4E12-40C1-9A01-1312B36E4E14}" presName="parTx" presStyleLbl="revTx" presStyleIdx="2" presStyleCnt="6">
        <dgm:presLayoutVars>
          <dgm:chMax val="0"/>
          <dgm:chPref val="0"/>
        </dgm:presLayoutVars>
      </dgm:prSet>
      <dgm:spPr/>
    </dgm:pt>
    <dgm:pt modelId="{E478CA5C-ED1F-4378-80D6-6E6676B8650D}" type="pres">
      <dgm:prSet presAssocID="{C9334A51-4E12-40C1-9A01-1312B36E4E14}" presName="txSpace" presStyleCnt="0"/>
      <dgm:spPr/>
    </dgm:pt>
    <dgm:pt modelId="{228F980A-A99A-450A-8306-9734D6F8F82A}" type="pres">
      <dgm:prSet presAssocID="{C9334A51-4E12-40C1-9A01-1312B36E4E14}" presName="desTx" presStyleLbl="revTx" presStyleIdx="3" presStyleCnt="6">
        <dgm:presLayoutVars/>
      </dgm:prSet>
      <dgm:spPr/>
    </dgm:pt>
    <dgm:pt modelId="{AF4C4CD8-53AF-40AA-8B34-E9569B4DEC51}" type="pres">
      <dgm:prSet presAssocID="{BD184333-CFBC-4630-B125-8BD9491CA5AC}" presName="sibTrans" presStyleCnt="0"/>
      <dgm:spPr/>
    </dgm:pt>
    <dgm:pt modelId="{55DAC95E-E7EE-478A-A08E-C6E4DB039420}" type="pres">
      <dgm:prSet presAssocID="{F55A1233-2F18-401B-8FA9-19DBD413A077}" presName="compNode" presStyleCnt="0"/>
      <dgm:spPr/>
    </dgm:pt>
    <dgm:pt modelId="{A9986CD2-14E7-4945-869E-22FA7E74F223}" type="pres">
      <dgm:prSet presAssocID="{F55A1233-2F18-401B-8FA9-19DBD413A07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é"/>
        </a:ext>
      </dgm:extLst>
    </dgm:pt>
    <dgm:pt modelId="{0F04B0A7-7CFD-4337-BC56-F19E08EDDD1C}" type="pres">
      <dgm:prSet presAssocID="{F55A1233-2F18-401B-8FA9-19DBD413A077}" presName="iconSpace" presStyleCnt="0"/>
      <dgm:spPr/>
    </dgm:pt>
    <dgm:pt modelId="{84409D78-88D3-43B0-BF3D-3B48E336E7ED}" type="pres">
      <dgm:prSet presAssocID="{F55A1233-2F18-401B-8FA9-19DBD413A077}" presName="parTx" presStyleLbl="revTx" presStyleIdx="4" presStyleCnt="6">
        <dgm:presLayoutVars>
          <dgm:chMax val="0"/>
          <dgm:chPref val="0"/>
        </dgm:presLayoutVars>
      </dgm:prSet>
      <dgm:spPr/>
    </dgm:pt>
    <dgm:pt modelId="{0DBFC4C9-C1F2-40E7-B55F-D17FC2668CB0}" type="pres">
      <dgm:prSet presAssocID="{F55A1233-2F18-401B-8FA9-19DBD413A077}" presName="txSpace" presStyleCnt="0"/>
      <dgm:spPr/>
    </dgm:pt>
    <dgm:pt modelId="{0D121458-9648-4DD1-B34F-65159A5D11FB}" type="pres">
      <dgm:prSet presAssocID="{F55A1233-2F18-401B-8FA9-19DBD413A077}" presName="desTx" presStyleLbl="revTx" presStyleIdx="5" presStyleCnt="6">
        <dgm:presLayoutVars/>
      </dgm:prSet>
      <dgm:spPr/>
    </dgm:pt>
  </dgm:ptLst>
  <dgm:cxnLst>
    <dgm:cxn modelId="{9EB91300-9533-4A7E-B2FD-D846D40A628E}" type="presOf" srcId="{91CDF7E5-8676-4C5D-B7A3-7BAF31AE1E37}" destId="{0D121458-9648-4DD1-B34F-65159A5D11FB}" srcOrd="0" destOrd="0" presId="urn:microsoft.com/office/officeart/2018/5/layout/CenteredIconLabelDescriptionList"/>
    <dgm:cxn modelId="{C6B61707-54CB-4DB6-B670-D007ADD90400}" type="presOf" srcId="{282DEC31-7115-4A7E-B83F-20EBBEFEEE85}" destId="{0D121458-9648-4DD1-B34F-65159A5D11FB}" srcOrd="0" destOrd="2" presId="urn:microsoft.com/office/officeart/2018/5/layout/CenteredIconLabelDescriptionList"/>
    <dgm:cxn modelId="{95EEA025-8935-478D-B21B-5F04193BEAFA}" srcId="{F55A1233-2F18-401B-8FA9-19DBD413A077}" destId="{C4716190-8915-457E-90CE-A963D8B6EE56}" srcOrd="1" destOrd="0" parTransId="{0A260820-59E5-4F33-8B5E-165845EAEC78}" sibTransId="{F361789E-6AE0-49EC-9F74-E820CD742E48}"/>
    <dgm:cxn modelId="{D0E7732C-5810-4DE6-A07D-C2F77C4A3D6F}" srcId="{34E5B1E3-E929-4B33-B515-3036D3F626DA}" destId="{9BABCB12-E36F-477A-A183-6B3A581EB578}" srcOrd="0" destOrd="0" parTransId="{9CAF9E0B-B7F2-49C4-B0E7-04FA6B8FCCA8}" sibTransId="{D3C4895E-BDC8-42BD-9F89-5F3BE10429CC}"/>
    <dgm:cxn modelId="{4245A12F-3169-49E7-A948-9689CB825A2D}" type="presOf" srcId="{C9334A51-4E12-40C1-9A01-1312B36E4E14}" destId="{377C5347-EC7D-4D6D-919B-AE3FFFC80642}" srcOrd="0" destOrd="0" presId="urn:microsoft.com/office/officeart/2018/5/layout/CenteredIconLabelDescriptionList"/>
    <dgm:cxn modelId="{DCFE0466-D5C3-4A72-934F-77F288DC439D}" type="presOf" srcId="{7AA53F12-3F38-436B-9DFC-0A564FC7060C}" destId="{570209D8-72A3-41DA-BDF4-8E518CA2EF3D}" srcOrd="0" destOrd="0" presId="urn:microsoft.com/office/officeart/2018/5/layout/CenteredIconLabelDescriptionList"/>
    <dgm:cxn modelId="{5635F971-2B02-4EF6-8578-775C4DE4F33B}" type="presOf" srcId="{C4716190-8915-457E-90CE-A963D8B6EE56}" destId="{0D121458-9648-4DD1-B34F-65159A5D11FB}" srcOrd="0" destOrd="1" presId="urn:microsoft.com/office/officeart/2018/5/layout/CenteredIconLabelDescriptionList"/>
    <dgm:cxn modelId="{B8AF488F-57C0-41D8-B94A-BA6E89024794}" srcId="{34E5B1E3-E929-4B33-B515-3036D3F626DA}" destId="{F55A1233-2F18-401B-8FA9-19DBD413A077}" srcOrd="2" destOrd="0" parTransId="{6801FC3B-A0D4-44AA-BBC1-4D175B4982AA}" sibTransId="{15D7B833-F62E-4544-ACAE-16E6EA5C9D16}"/>
    <dgm:cxn modelId="{B04D1292-C499-4CFC-90F6-944ABEBAC7DD}" type="presOf" srcId="{9BABCB12-E36F-477A-A183-6B3A581EB578}" destId="{D8784EDC-85A6-42F8-8753-5E8E0D91E777}" srcOrd="0" destOrd="0" presId="urn:microsoft.com/office/officeart/2018/5/layout/CenteredIconLabelDescriptionList"/>
    <dgm:cxn modelId="{94BD1793-B913-4689-9C99-76889E41C6C4}" srcId="{F55A1233-2F18-401B-8FA9-19DBD413A077}" destId="{91CDF7E5-8676-4C5D-B7A3-7BAF31AE1E37}" srcOrd="0" destOrd="0" parTransId="{B0732954-DF57-4819-9DC1-2DEF69B2144A}" sibTransId="{54BD8746-9DE4-41B4-B1EB-C84E929659BC}"/>
    <dgm:cxn modelId="{FED5DDA4-4940-427C-AE32-B349A9EDADD3}" srcId="{34E5B1E3-E929-4B33-B515-3036D3F626DA}" destId="{C9334A51-4E12-40C1-9A01-1312B36E4E14}" srcOrd="1" destOrd="0" parTransId="{519086DD-23EF-4634-AB22-C3AEC47869EF}" sibTransId="{BD184333-CFBC-4630-B125-8BD9491CA5AC}"/>
    <dgm:cxn modelId="{661D3CB0-DC37-4CAE-A61C-4D47D21AFBDB}" srcId="{C9334A51-4E12-40C1-9A01-1312B36E4E14}" destId="{4D6DB582-C615-40AD-AD29-DAD4E673368F}" srcOrd="0" destOrd="0" parTransId="{88B1669E-0DB2-4C70-AB0D-7967C381A487}" sibTransId="{B65545DB-1982-4BE3-ABDF-070F0B4F72B1}"/>
    <dgm:cxn modelId="{C9C261C6-AA2A-443E-9D3E-2406C5BB48F3}" srcId="{9BABCB12-E36F-477A-A183-6B3A581EB578}" destId="{7AA53F12-3F38-436B-9DFC-0A564FC7060C}" srcOrd="0" destOrd="0" parTransId="{BD30E089-3CC9-47ED-AE72-E13EAC4A8A88}" sibTransId="{4F25B020-BDC3-439F-B7C1-B4FE27B03AEB}"/>
    <dgm:cxn modelId="{45AFC7CA-12F5-496A-87AB-E4DC3644BB2C}" srcId="{F55A1233-2F18-401B-8FA9-19DBD413A077}" destId="{282DEC31-7115-4A7E-B83F-20EBBEFEEE85}" srcOrd="2" destOrd="0" parTransId="{448A3C95-414D-4645-96EB-8B5853D72038}" sibTransId="{9533E278-0CA4-4F26-94F7-8DCC44C67523}"/>
    <dgm:cxn modelId="{AE6D1EE1-26FF-4D30-BB3C-684AA98194BB}" type="presOf" srcId="{F55A1233-2F18-401B-8FA9-19DBD413A077}" destId="{84409D78-88D3-43B0-BF3D-3B48E336E7ED}" srcOrd="0" destOrd="0" presId="urn:microsoft.com/office/officeart/2018/5/layout/CenteredIconLabelDescriptionList"/>
    <dgm:cxn modelId="{40512CE8-E8F5-477E-B7AD-9A9B3057966A}" type="presOf" srcId="{34E5B1E3-E929-4B33-B515-3036D3F626DA}" destId="{0FB26A1D-24E4-4066-8D57-7EC246941E5B}" srcOrd="0" destOrd="0" presId="urn:microsoft.com/office/officeart/2018/5/layout/CenteredIconLabelDescriptionList"/>
    <dgm:cxn modelId="{4332BFE9-097C-4456-A9D6-C5771C8194C2}" type="presOf" srcId="{4D6DB582-C615-40AD-AD29-DAD4E673368F}" destId="{228F980A-A99A-450A-8306-9734D6F8F82A}" srcOrd="0" destOrd="0" presId="urn:microsoft.com/office/officeart/2018/5/layout/CenteredIconLabelDescriptionList"/>
    <dgm:cxn modelId="{87AAF106-F8F1-40E4-91B5-D032A8A13DFC}" type="presParOf" srcId="{0FB26A1D-24E4-4066-8D57-7EC246941E5B}" destId="{C7A990D7-1E50-44E5-B33B-8E7A91D1BD24}" srcOrd="0" destOrd="0" presId="urn:microsoft.com/office/officeart/2018/5/layout/CenteredIconLabelDescriptionList"/>
    <dgm:cxn modelId="{0E4E39E7-CE55-4540-AE99-375BA109BCFF}" type="presParOf" srcId="{C7A990D7-1E50-44E5-B33B-8E7A91D1BD24}" destId="{D514F727-37F8-4C30-A4E4-05360CB0F8EE}" srcOrd="0" destOrd="0" presId="urn:microsoft.com/office/officeart/2018/5/layout/CenteredIconLabelDescriptionList"/>
    <dgm:cxn modelId="{672D5F0F-2272-4EE1-8CF1-6BFA9A4FA75F}" type="presParOf" srcId="{C7A990D7-1E50-44E5-B33B-8E7A91D1BD24}" destId="{C4F3756B-84BF-4C41-9D2A-4FEC2C973387}" srcOrd="1" destOrd="0" presId="urn:microsoft.com/office/officeart/2018/5/layout/CenteredIconLabelDescriptionList"/>
    <dgm:cxn modelId="{BAA3F604-F54A-4E2D-A95B-3EF4FF218245}" type="presParOf" srcId="{C7A990D7-1E50-44E5-B33B-8E7A91D1BD24}" destId="{D8784EDC-85A6-42F8-8753-5E8E0D91E777}" srcOrd="2" destOrd="0" presId="urn:microsoft.com/office/officeart/2018/5/layout/CenteredIconLabelDescriptionList"/>
    <dgm:cxn modelId="{7AE42060-2FD4-40B1-BC66-BCDCCCBD6101}" type="presParOf" srcId="{C7A990D7-1E50-44E5-B33B-8E7A91D1BD24}" destId="{646075FF-1664-4640-8302-8E9E0C9FA17E}" srcOrd="3" destOrd="0" presId="urn:microsoft.com/office/officeart/2018/5/layout/CenteredIconLabelDescriptionList"/>
    <dgm:cxn modelId="{DDE4DFF0-1F45-49BD-B705-A572B07BB0D5}" type="presParOf" srcId="{C7A990D7-1E50-44E5-B33B-8E7A91D1BD24}" destId="{570209D8-72A3-41DA-BDF4-8E518CA2EF3D}" srcOrd="4" destOrd="0" presId="urn:microsoft.com/office/officeart/2018/5/layout/CenteredIconLabelDescriptionList"/>
    <dgm:cxn modelId="{B8ABEA94-1EC5-49BE-955E-8A66B7FC8904}" type="presParOf" srcId="{0FB26A1D-24E4-4066-8D57-7EC246941E5B}" destId="{49CCBC95-F718-4F00-B2A6-BEE3B842E898}" srcOrd="1" destOrd="0" presId="urn:microsoft.com/office/officeart/2018/5/layout/CenteredIconLabelDescriptionList"/>
    <dgm:cxn modelId="{590588A1-949C-4645-A68B-DB0B83B95DDA}" type="presParOf" srcId="{0FB26A1D-24E4-4066-8D57-7EC246941E5B}" destId="{3EC2A7D0-5719-4CA7-A3F7-11A9881CF2B8}" srcOrd="2" destOrd="0" presId="urn:microsoft.com/office/officeart/2018/5/layout/CenteredIconLabelDescriptionList"/>
    <dgm:cxn modelId="{9FA14892-EC64-4A05-8572-AA12EC33C8C8}" type="presParOf" srcId="{3EC2A7D0-5719-4CA7-A3F7-11A9881CF2B8}" destId="{6CD45D65-B95B-4F6B-AC45-35B043BD8CED}" srcOrd="0" destOrd="0" presId="urn:microsoft.com/office/officeart/2018/5/layout/CenteredIconLabelDescriptionList"/>
    <dgm:cxn modelId="{38A5BF91-30AD-42B0-8E06-91711AF3ACB9}" type="presParOf" srcId="{3EC2A7D0-5719-4CA7-A3F7-11A9881CF2B8}" destId="{EB33E001-22A4-40B5-8078-0C15F9B792ED}" srcOrd="1" destOrd="0" presId="urn:microsoft.com/office/officeart/2018/5/layout/CenteredIconLabelDescriptionList"/>
    <dgm:cxn modelId="{7AED9A6A-51B0-4DD2-830D-F924664E2EDC}" type="presParOf" srcId="{3EC2A7D0-5719-4CA7-A3F7-11A9881CF2B8}" destId="{377C5347-EC7D-4D6D-919B-AE3FFFC80642}" srcOrd="2" destOrd="0" presId="urn:microsoft.com/office/officeart/2018/5/layout/CenteredIconLabelDescriptionList"/>
    <dgm:cxn modelId="{7832CE56-4B54-4031-95EF-8CD8B81B16CF}" type="presParOf" srcId="{3EC2A7D0-5719-4CA7-A3F7-11A9881CF2B8}" destId="{E478CA5C-ED1F-4378-80D6-6E6676B8650D}" srcOrd="3" destOrd="0" presId="urn:microsoft.com/office/officeart/2018/5/layout/CenteredIconLabelDescriptionList"/>
    <dgm:cxn modelId="{2819E3FA-D0FE-45AE-A98C-5199B2DD336C}" type="presParOf" srcId="{3EC2A7D0-5719-4CA7-A3F7-11A9881CF2B8}" destId="{228F980A-A99A-450A-8306-9734D6F8F82A}" srcOrd="4" destOrd="0" presId="urn:microsoft.com/office/officeart/2018/5/layout/CenteredIconLabelDescriptionList"/>
    <dgm:cxn modelId="{A94E95F6-C10A-4D3D-AF35-50059BDAED30}" type="presParOf" srcId="{0FB26A1D-24E4-4066-8D57-7EC246941E5B}" destId="{AF4C4CD8-53AF-40AA-8B34-E9569B4DEC51}" srcOrd="3" destOrd="0" presId="urn:microsoft.com/office/officeart/2018/5/layout/CenteredIconLabelDescriptionList"/>
    <dgm:cxn modelId="{D23AA3E1-FCF9-40C1-9760-1071D504F9AC}" type="presParOf" srcId="{0FB26A1D-24E4-4066-8D57-7EC246941E5B}" destId="{55DAC95E-E7EE-478A-A08E-C6E4DB039420}" srcOrd="4" destOrd="0" presId="urn:microsoft.com/office/officeart/2018/5/layout/CenteredIconLabelDescriptionList"/>
    <dgm:cxn modelId="{5BDB1045-7DD8-4434-9451-CF4871F095D7}" type="presParOf" srcId="{55DAC95E-E7EE-478A-A08E-C6E4DB039420}" destId="{A9986CD2-14E7-4945-869E-22FA7E74F223}" srcOrd="0" destOrd="0" presId="urn:microsoft.com/office/officeart/2018/5/layout/CenteredIconLabelDescriptionList"/>
    <dgm:cxn modelId="{02EA6128-6EB0-455C-82B4-80061ECCA537}" type="presParOf" srcId="{55DAC95E-E7EE-478A-A08E-C6E4DB039420}" destId="{0F04B0A7-7CFD-4337-BC56-F19E08EDDD1C}" srcOrd="1" destOrd="0" presId="urn:microsoft.com/office/officeart/2018/5/layout/CenteredIconLabelDescriptionList"/>
    <dgm:cxn modelId="{343E9849-9C79-4476-B7D5-31C1D089C912}" type="presParOf" srcId="{55DAC95E-E7EE-478A-A08E-C6E4DB039420}" destId="{84409D78-88D3-43B0-BF3D-3B48E336E7ED}" srcOrd="2" destOrd="0" presId="urn:microsoft.com/office/officeart/2018/5/layout/CenteredIconLabelDescriptionList"/>
    <dgm:cxn modelId="{E5E9C2A9-ED4C-4EC6-B04A-414824878906}" type="presParOf" srcId="{55DAC95E-E7EE-478A-A08E-C6E4DB039420}" destId="{0DBFC4C9-C1F2-40E7-B55F-D17FC2668CB0}" srcOrd="3" destOrd="0" presId="urn:microsoft.com/office/officeart/2018/5/layout/CenteredIconLabelDescriptionList"/>
    <dgm:cxn modelId="{478ED83F-D1EE-41A8-AFBE-5960FC8BF5E7}" type="presParOf" srcId="{55DAC95E-E7EE-478A-A08E-C6E4DB039420}" destId="{0D121458-9648-4DD1-B34F-65159A5D11F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779C951-9FCC-4852-9D49-0968E1F88E10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09A88B9-BF51-492E-8ACE-264B69F0DB64}">
      <dgm:prSet/>
      <dgm:spPr/>
      <dgm:t>
        <a:bodyPr/>
        <a:lstStyle/>
        <a:p>
          <a:r>
            <a:rPr lang="zh-CN"/>
            <a:t>Randomly initialized NMF </a:t>
          </a:r>
          <a:endParaRPr lang="en-US"/>
        </a:p>
      </dgm:t>
    </dgm:pt>
    <dgm:pt modelId="{2185079E-D754-4531-A971-09D2B19D6F32}" type="parTrans" cxnId="{6D285E51-07F1-41E3-81C3-FE2256099139}">
      <dgm:prSet/>
      <dgm:spPr/>
      <dgm:t>
        <a:bodyPr/>
        <a:lstStyle/>
        <a:p>
          <a:endParaRPr lang="en-US"/>
        </a:p>
      </dgm:t>
    </dgm:pt>
    <dgm:pt modelId="{E21658B9-0F8B-40D2-942E-6F4C6E9289EA}" type="sibTrans" cxnId="{6D285E51-07F1-41E3-81C3-FE2256099139}">
      <dgm:prSet/>
      <dgm:spPr/>
      <dgm:t>
        <a:bodyPr/>
        <a:lstStyle/>
        <a:p>
          <a:endParaRPr lang="en-US"/>
        </a:p>
      </dgm:t>
    </dgm:pt>
    <dgm:pt modelId="{87123EFA-BCC0-4279-879B-91B354793BCF}">
      <dgm:prSet/>
      <dgm:spPr/>
      <dgm:t>
        <a:bodyPr/>
        <a:lstStyle/>
        <a:p>
          <a:r>
            <a:rPr lang="zh-CN"/>
            <a:t>Multiplicative update on the full matrix with O(T·mnk)</a:t>
          </a:r>
          <a:endParaRPr lang="en-US"/>
        </a:p>
      </dgm:t>
    </dgm:pt>
    <dgm:pt modelId="{7CC41944-88D5-49B1-ACD5-C78BF4C5B67D}" type="parTrans" cxnId="{5E24E44F-616A-43F8-BBBD-ED75B7995160}">
      <dgm:prSet/>
      <dgm:spPr/>
      <dgm:t>
        <a:bodyPr/>
        <a:lstStyle/>
        <a:p>
          <a:endParaRPr lang="en-US"/>
        </a:p>
      </dgm:t>
    </dgm:pt>
    <dgm:pt modelId="{764D95B0-4076-4E47-BD15-F6A25B023DDB}" type="sibTrans" cxnId="{5E24E44F-616A-43F8-BBBD-ED75B7995160}">
      <dgm:prSet/>
      <dgm:spPr/>
      <dgm:t>
        <a:bodyPr/>
        <a:lstStyle/>
        <a:p>
          <a:endParaRPr lang="en-US"/>
        </a:p>
      </dgm:t>
    </dgm:pt>
    <dgm:pt modelId="{9F7C9590-C4E1-411E-B94F-4403AB1D689C}">
      <dgm:prSet/>
      <dgm:spPr/>
      <dgm:t>
        <a:bodyPr/>
        <a:lstStyle/>
        <a:p>
          <a:r>
            <a:rPr lang="zh-CN"/>
            <a:t>Randomized HALS</a:t>
          </a:r>
          <a:endParaRPr lang="en-US"/>
        </a:p>
      </dgm:t>
    </dgm:pt>
    <dgm:pt modelId="{B78F2409-C27B-4FC3-96BC-39A91E406A19}" type="parTrans" cxnId="{53A3BD48-F3F0-4E8F-B316-9956DD4179F5}">
      <dgm:prSet/>
      <dgm:spPr/>
      <dgm:t>
        <a:bodyPr/>
        <a:lstStyle/>
        <a:p>
          <a:endParaRPr lang="en-US"/>
        </a:p>
      </dgm:t>
    </dgm:pt>
    <dgm:pt modelId="{81CD4CEE-35A6-4EDA-80BF-53ABA04B0DF1}" type="sibTrans" cxnId="{53A3BD48-F3F0-4E8F-B316-9956DD4179F5}">
      <dgm:prSet/>
      <dgm:spPr/>
      <dgm:t>
        <a:bodyPr/>
        <a:lstStyle/>
        <a:p>
          <a:endParaRPr lang="en-US"/>
        </a:p>
      </dgm:t>
    </dgm:pt>
    <dgm:pt modelId="{A2E72679-F1AF-4AA0-95DE-CC40014D164B}">
      <dgm:prSet/>
      <dgm:spPr/>
      <dgm:t>
        <a:bodyPr/>
        <a:lstStyle/>
        <a:p>
          <a:r>
            <a:rPr lang="zh-CN"/>
            <a:t>Matrix compression &amp; HALS iteration with O(mnk+T(m+n)k^2)</a:t>
          </a:r>
          <a:endParaRPr lang="en-US"/>
        </a:p>
      </dgm:t>
    </dgm:pt>
    <dgm:pt modelId="{1D3F1D4D-29FD-4FB0-9CC6-42FD8723E8CD}" type="parTrans" cxnId="{F7F39983-1A93-42DA-A90A-BEC4F9819E8F}">
      <dgm:prSet/>
      <dgm:spPr/>
      <dgm:t>
        <a:bodyPr/>
        <a:lstStyle/>
        <a:p>
          <a:endParaRPr lang="en-US"/>
        </a:p>
      </dgm:t>
    </dgm:pt>
    <dgm:pt modelId="{1D2854F9-2AA6-420F-AB90-0FEA834F7A3E}" type="sibTrans" cxnId="{F7F39983-1A93-42DA-A90A-BEC4F9819E8F}">
      <dgm:prSet/>
      <dgm:spPr/>
      <dgm:t>
        <a:bodyPr/>
        <a:lstStyle/>
        <a:p>
          <a:endParaRPr lang="en-US"/>
        </a:p>
      </dgm:t>
    </dgm:pt>
    <dgm:pt modelId="{E38640C9-DF7E-4DB9-8E1D-D1281D3D2178}">
      <dgm:prSet/>
      <dgm:spPr/>
      <dgm:t>
        <a:bodyPr/>
        <a:lstStyle/>
        <a:p>
          <a:r>
            <a:rPr lang="zh-CN"/>
            <a:t>Features on the datasets</a:t>
          </a:r>
          <a:endParaRPr lang="en-US"/>
        </a:p>
      </dgm:t>
    </dgm:pt>
    <dgm:pt modelId="{9405E62C-BF20-4FD8-873E-5D758A88C831}" type="parTrans" cxnId="{BDCBE6A5-343E-475B-9453-4AAB589C69A1}">
      <dgm:prSet/>
      <dgm:spPr/>
      <dgm:t>
        <a:bodyPr/>
        <a:lstStyle/>
        <a:p>
          <a:endParaRPr lang="en-US"/>
        </a:p>
      </dgm:t>
    </dgm:pt>
    <dgm:pt modelId="{ED07E985-C3C6-4AAF-B35F-19E1E6C21CA3}" type="sibTrans" cxnId="{BDCBE6A5-343E-475B-9453-4AAB589C69A1}">
      <dgm:prSet/>
      <dgm:spPr/>
      <dgm:t>
        <a:bodyPr/>
        <a:lstStyle/>
        <a:p>
          <a:endParaRPr lang="en-US"/>
        </a:p>
      </dgm:t>
    </dgm:pt>
    <dgm:pt modelId="{DAEDBD6F-4966-4777-A9C9-62079A7E9297}">
      <dgm:prSet/>
      <dgm:spPr/>
      <dgm:t>
        <a:bodyPr/>
        <a:lstStyle/>
        <a:p>
          <a:r>
            <a:rPr lang="zh-CN"/>
            <a:t>Reconstructed Matrix: </a:t>
          </a:r>
          <a:r>
            <a:rPr lang="en-US"/>
            <a:t>Local</a:t>
          </a:r>
          <a:r>
            <a:rPr lang="zh-CN"/>
            <a:t> opt</a:t>
          </a:r>
          <a:r>
            <a:rPr lang="en-US"/>
            <a:t>imal</a:t>
          </a:r>
          <a:r>
            <a:rPr lang="zh-CN"/>
            <a:t> </a:t>
          </a:r>
          <a:r>
            <a:rPr lang="en-US"/>
            <a:t>/</a:t>
          </a:r>
          <a:r>
            <a:rPr lang="zh-CN"/>
            <a:t> prediction</a:t>
          </a:r>
          <a:endParaRPr lang="en-US"/>
        </a:p>
      </dgm:t>
    </dgm:pt>
    <dgm:pt modelId="{BF3A23DC-090E-45BE-864D-56BF69F8C2F6}" type="parTrans" cxnId="{6251A89A-7FD3-4DE1-AF4B-7D7CBCCC7A4F}">
      <dgm:prSet/>
      <dgm:spPr/>
      <dgm:t>
        <a:bodyPr/>
        <a:lstStyle/>
        <a:p>
          <a:endParaRPr lang="en-US"/>
        </a:p>
      </dgm:t>
    </dgm:pt>
    <dgm:pt modelId="{45D15A14-1349-4D84-8693-0261F802E44D}" type="sibTrans" cxnId="{6251A89A-7FD3-4DE1-AF4B-7D7CBCCC7A4F}">
      <dgm:prSet/>
      <dgm:spPr/>
      <dgm:t>
        <a:bodyPr/>
        <a:lstStyle/>
        <a:p>
          <a:endParaRPr lang="en-US"/>
        </a:p>
      </dgm:t>
    </dgm:pt>
    <dgm:pt modelId="{13E5D26F-1F2B-477B-9742-DE1A3F5FC872}">
      <dgm:prSet/>
      <dgm:spPr/>
      <dgm:t>
        <a:bodyPr/>
        <a:lstStyle/>
        <a:p>
          <a:r>
            <a:rPr lang="zh-CN"/>
            <a:t>Factor Components: </a:t>
          </a:r>
          <a:r>
            <a:rPr lang="en-US"/>
            <a:t>Basis</a:t>
          </a:r>
          <a:r>
            <a:rPr lang="zh-CN"/>
            <a:t> </a:t>
          </a:r>
          <a:r>
            <a:rPr lang="en-US"/>
            <a:t>matrix W</a:t>
          </a:r>
        </a:p>
      </dgm:t>
    </dgm:pt>
    <dgm:pt modelId="{3E134248-5CB6-482D-AAEB-093838ABFB23}" type="parTrans" cxnId="{8C72CA9D-9ADC-4767-A620-C1B9CA183E15}">
      <dgm:prSet/>
      <dgm:spPr/>
      <dgm:t>
        <a:bodyPr/>
        <a:lstStyle/>
        <a:p>
          <a:endParaRPr lang="en-US"/>
        </a:p>
      </dgm:t>
    </dgm:pt>
    <dgm:pt modelId="{5854B47E-CA26-46F7-81E7-F8F138B35F4D}" type="sibTrans" cxnId="{8C72CA9D-9ADC-4767-A620-C1B9CA183E15}">
      <dgm:prSet/>
      <dgm:spPr/>
      <dgm:t>
        <a:bodyPr/>
        <a:lstStyle/>
        <a:p>
          <a:endParaRPr lang="en-US"/>
        </a:p>
      </dgm:t>
    </dgm:pt>
    <dgm:pt modelId="{6F490689-44FB-4D7E-A030-7115636B59FD}">
      <dgm:prSet/>
      <dgm:spPr/>
      <dgm:t>
        <a:bodyPr/>
        <a:lstStyle/>
        <a:p>
          <a:r>
            <a:rPr lang="zh-CN"/>
            <a:t>Algorithm Behavior: </a:t>
          </a:r>
          <a:r>
            <a:rPr lang="en-US"/>
            <a:t>Residual</a:t>
          </a:r>
          <a:r>
            <a:rPr lang="zh-CN"/>
            <a:t> distribution X - WH </a:t>
          </a:r>
          <a:endParaRPr lang="en-US"/>
        </a:p>
      </dgm:t>
    </dgm:pt>
    <dgm:pt modelId="{04CBE7FC-A783-4B3D-894D-75CD555ECC40}" type="parTrans" cxnId="{A01AE9C7-C6FA-4861-BA05-091A2204954C}">
      <dgm:prSet/>
      <dgm:spPr/>
      <dgm:t>
        <a:bodyPr/>
        <a:lstStyle/>
        <a:p>
          <a:endParaRPr lang="en-US"/>
        </a:p>
      </dgm:t>
    </dgm:pt>
    <dgm:pt modelId="{928C91B0-EE37-4CB5-9C73-49E12724F045}" type="sibTrans" cxnId="{A01AE9C7-C6FA-4861-BA05-091A2204954C}">
      <dgm:prSet/>
      <dgm:spPr/>
      <dgm:t>
        <a:bodyPr/>
        <a:lstStyle/>
        <a:p>
          <a:endParaRPr lang="en-US"/>
        </a:p>
      </dgm:t>
    </dgm:pt>
    <dgm:pt modelId="{A283533F-8C43-4436-8A96-307524FE6E35}" type="pres">
      <dgm:prSet presAssocID="{9779C951-9FCC-4852-9D49-0968E1F88E10}" presName="linear" presStyleCnt="0">
        <dgm:presLayoutVars>
          <dgm:dir/>
          <dgm:animLvl val="lvl"/>
          <dgm:resizeHandles val="exact"/>
        </dgm:presLayoutVars>
      </dgm:prSet>
      <dgm:spPr/>
    </dgm:pt>
    <dgm:pt modelId="{9D7F28CC-551E-4944-93D8-E5510C511A56}" type="pres">
      <dgm:prSet presAssocID="{109A88B9-BF51-492E-8ACE-264B69F0DB64}" presName="parentLin" presStyleCnt="0"/>
      <dgm:spPr/>
    </dgm:pt>
    <dgm:pt modelId="{5ECBF719-D688-42D4-AB9C-5DFD14ED917E}" type="pres">
      <dgm:prSet presAssocID="{109A88B9-BF51-492E-8ACE-264B69F0DB64}" presName="parentLeftMargin" presStyleLbl="node1" presStyleIdx="0" presStyleCnt="3"/>
      <dgm:spPr/>
    </dgm:pt>
    <dgm:pt modelId="{1C1BDC3F-2C20-443A-B7A4-792B03EE0CAB}" type="pres">
      <dgm:prSet presAssocID="{109A88B9-BF51-492E-8ACE-264B69F0DB6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29853A8-01EC-4432-9BCE-F527EEC39425}" type="pres">
      <dgm:prSet presAssocID="{109A88B9-BF51-492E-8ACE-264B69F0DB64}" presName="negativeSpace" presStyleCnt="0"/>
      <dgm:spPr/>
    </dgm:pt>
    <dgm:pt modelId="{E9A417E3-638A-4277-B535-574348A58B0A}" type="pres">
      <dgm:prSet presAssocID="{109A88B9-BF51-492E-8ACE-264B69F0DB64}" presName="childText" presStyleLbl="conFgAcc1" presStyleIdx="0" presStyleCnt="3">
        <dgm:presLayoutVars>
          <dgm:bulletEnabled val="1"/>
        </dgm:presLayoutVars>
      </dgm:prSet>
      <dgm:spPr/>
    </dgm:pt>
    <dgm:pt modelId="{1AB44C81-047F-4C9F-9A0A-E069313DBFB2}" type="pres">
      <dgm:prSet presAssocID="{E21658B9-0F8B-40D2-942E-6F4C6E9289EA}" presName="spaceBetweenRectangles" presStyleCnt="0"/>
      <dgm:spPr/>
    </dgm:pt>
    <dgm:pt modelId="{C788AC62-2ECA-4F52-8F07-C49F13E22013}" type="pres">
      <dgm:prSet presAssocID="{9F7C9590-C4E1-411E-B94F-4403AB1D689C}" presName="parentLin" presStyleCnt="0"/>
      <dgm:spPr/>
    </dgm:pt>
    <dgm:pt modelId="{18787686-EC50-4FC8-BB71-67EA6A4302C5}" type="pres">
      <dgm:prSet presAssocID="{9F7C9590-C4E1-411E-B94F-4403AB1D689C}" presName="parentLeftMargin" presStyleLbl="node1" presStyleIdx="0" presStyleCnt="3"/>
      <dgm:spPr/>
    </dgm:pt>
    <dgm:pt modelId="{4CD463D2-9AF1-43C5-B54C-AE083CDABFD7}" type="pres">
      <dgm:prSet presAssocID="{9F7C9590-C4E1-411E-B94F-4403AB1D689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7C8DDDD-C398-4561-9031-0E186A729C9A}" type="pres">
      <dgm:prSet presAssocID="{9F7C9590-C4E1-411E-B94F-4403AB1D689C}" presName="negativeSpace" presStyleCnt="0"/>
      <dgm:spPr/>
    </dgm:pt>
    <dgm:pt modelId="{17D3F173-7F83-4400-9388-FBDF4FD62225}" type="pres">
      <dgm:prSet presAssocID="{9F7C9590-C4E1-411E-B94F-4403AB1D689C}" presName="childText" presStyleLbl="conFgAcc1" presStyleIdx="1" presStyleCnt="3">
        <dgm:presLayoutVars>
          <dgm:bulletEnabled val="1"/>
        </dgm:presLayoutVars>
      </dgm:prSet>
      <dgm:spPr/>
    </dgm:pt>
    <dgm:pt modelId="{078EDBB3-4DD5-4AEE-9071-AC929CF802C4}" type="pres">
      <dgm:prSet presAssocID="{81CD4CEE-35A6-4EDA-80BF-53ABA04B0DF1}" presName="spaceBetweenRectangles" presStyleCnt="0"/>
      <dgm:spPr/>
    </dgm:pt>
    <dgm:pt modelId="{16D95448-5A15-419B-A339-E72A1312BDD7}" type="pres">
      <dgm:prSet presAssocID="{E38640C9-DF7E-4DB9-8E1D-D1281D3D2178}" presName="parentLin" presStyleCnt="0"/>
      <dgm:spPr/>
    </dgm:pt>
    <dgm:pt modelId="{9F618301-E3A6-4736-8A8A-C97899DA903F}" type="pres">
      <dgm:prSet presAssocID="{E38640C9-DF7E-4DB9-8E1D-D1281D3D2178}" presName="parentLeftMargin" presStyleLbl="node1" presStyleIdx="1" presStyleCnt="3"/>
      <dgm:spPr/>
    </dgm:pt>
    <dgm:pt modelId="{FE4E8AA0-069D-46F1-97B3-86013F37B87E}" type="pres">
      <dgm:prSet presAssocID="{E38640C9-DF7E-4DB9-8E1D-D1281D3D217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319C60F5-B049-4F86-A987-396B5C3D7781}" type="pres">
      <dgm:prSet presAssocID="{E38640C9-DF7E-4DB9-8E1D-D1281D3D2178}" presName="negativeSpace" presStyleCnt="0"/>
      <dgm:spPr/>
    </dgm:pt>
    <dgm:pt modelId="{B9435F74-09EE-409C-99D8-8A4DCE5684E9}" type="pres">
      <dgm:prSet presAssocID="{E38640C9-DF7E-4DB9-8E1D-D1281D3D2178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E4E1519-4263-4782-9973-ECD47ABF05E3}" type="presOf" srcId="{E38640C9-DF7E-4DB9-8E1D-D1281D3D2178}" destId="{FE4E8AA0-069D-46F1-97B3-86013F37B87E}" srcOrd="1" destOrd="0" presId="urn:microsoft.com/office/officeart/2005/8/layout/list1"/>
    <dgm:cxn modelId="{FC1F1330-6A38-4720-BF2D-3A362242F8CB}" type="presOf" srcId="{109A88B9-BF51-492E-8ACE-264B69F0DB64}" destId="{1C1BDC3F-2C20-443A-B7A4-792B03EE0CAB}" srcOrd="1" destOrd="0" presId="urn:microsoft.com/office/officeart/2005/8/layout/list1"/>
    <dgm:cxn modelId="{1C491935-68E1-4984-9794-1F7470A82F68}" type="presOf" srcId="{9779C951-9FCC-4852-9D49-0968E1F88E10}" destId="{A283533F-8C43-4436-8A96-307524FE6E35}" srcOrd="0" destOrd="0" presId="urn:microsoft.com/office/officeart/2005/8/layout/list1"/>
    <dgm:cxn modelId="{2BDBAE35-6D6A-4666-B566-182A35C61BF6}" type="presOf" srcId="{109A88B9-BF51-492E-8ACE-264B69F0DB64}" destId="{5ECBF719-D688-42D4-AB9C-5DFD14ED917E}" srcOrd="0" destOrd="0" presId="urn:microsoft.com/office/officeart/2005/8/layout/list1"/>
    <dgm:cxn modelId="{903CB240-846A-4CB5-B90D-9876D23B03E0}" type="presOf" srcId="{9F7C9590-C4E1-411E-B94F-4403AB1D689C}" destId="{18787686-EC50-4FC8-BB71-67EA6A4302C5}" srcOrd="0" destOrd="0" presId="urn:microsoft.com/office/officeart/2005/8/layout/list1"/>
    <dgm:cxn modelId="{0692D444-E575-4091-9F1B-89218D39B4D0}" type="presOf" srcId="{13E5D26F-1F2B-477B-9742-DE1A3F5FC872}" destId="{B9435F74-09EE-409C-99D8-8A4DCE5684E9}" srcOrd="0" destOrd="1" presId="urn:microsoft.com/office/officeart/2005/8/layout/list1"/>
    <dgm:cxn modelId="{53A3BD48-F3F0-4E8F-B316-9956DD4179F5}" srcId="{9779C951-9FCC-4852-9D49-0968E1F88E10}" destId="{9F7C9590-C4E1-411E-B94F-4403AB1D689C}" srcOrd="1" destOrd="0" parTransId="{B78F2409-C27B-4FC3-96BC-39A91E406A19}" sibTransId="{81CD4CEE-35A6-4EDA-80BF-53ABA04B0DF1}"/>
    <dgm:cxn modelId="{5E24E44F-616A-43F8-BBBD-ED75B7995160}" srcId="{109A88B9-BF51-492E-8ACE-264B69F0DB64}" destId="{87123EFA-BCC0-4279-879B-91B354793BCF}" srcOrd="0" destOrd="0" parTransId="{7CC41944-88D5-49B1-ACD5-C78BF4C5B67D}" sibTransId="{764D95B0-4076-4E47-BD15-F6A25B023DDB}"/>
    <dgm:cxn modelId="{6D285E51-07F1-41E3-81C3-FE2256099139}" srcId="{9779C951-9FCC-4852-9D49-0968E1F88E10}" destId="{109A88B9-BF51-492E-8ACE-264B69F0DB64}" srcOrd="0" destOrd="0" parTransId="{2185079E-D754-4531-A971-09D2B19D6F32}" sibTransId="{E21658B9-0F8B-40D2-942E-6F4C6E9289EA}"/>
    <dgm:cxn modelId="{F7F39983-1A93-42DA-A90A-BEC4F9819E8F}" srcId="{9F7C9590-C4E1-411E-B94F-4403AB1D689C}" destId="{A2E72679-F1AF-4AA0-95DE-CC40014D164B}" srcOrd="0" destOrd="0" parTransId="{1D3F1D4D-29FD-4FB0-9CC6-42FD8723E8CD}" sibTransId="{1D2854F9-2AA6-420F-AB90-0FEA834F7A3E}"/>
    <dgm:cxn modelId="{6251A89A-7FD3-4DE1-AF4B-7D7CBCCC7A4F}" srcId="{E38640C9-DF7E-4DB9-8E1D-D1281D3D2178}" destId="{DAEDBD6F-4966-4777-A9C9-62079A7E9297}" srcOrd="0" destOrd="0" parTransId="{BF3A23DC-090E-45BE-864D-56BF69F8C2F6}" sibTransId="{45D15A14-1349-4D84-8693-0261F802E44D}"/>
    <dgm:cxn modelId="{8C72CA9D-9ADC-4767-A620-C1B9CA183E15}" srcId="{E38640C9-DF7E-4DB9-8E1D-D1281D3D2178}" destId="{13E5D26F-1F2B-477B-9742-DE1A3F5FC872}" srcOrd="1" destOrd="0" parTransId="{3E134248-5CB6-482D-AAEB-093838ABFB23}" sibTransId="{5854B47E-CA26-46F7-81E7-F8F138B35F4D}"/>
    <dgm:cxn modelId="{BDCBE6A5-343E-475B-9453-4AAB589C69A1}" srcId="{9779C951-9FCC-4852-9D49-0968E1F88E10}" destId="{E38640C9-DF7E-4DB9-8E1D-D1281D3D2178}" srcOrd="2" destOrd="0" parTransId="{9405E62C-BF20-4FD8-873E-5D758A88C831}" sibTransId="{ED07E985-C3C6-4AAF-B35F-19E1E6C21CA3}"/>
    <dgm:cxn modelId="{C265E7B4-F978-4AF4-8331-D2ADA5B44386}" type="presOf" srcId="{A2E72679-F1AF-4AA0-95DE-CC40014D164B}" destId="{17D3F173-7F83-4400-9388-FBDF4FD62225}" srcOrd="0" destOrd="0" presId="urn:microsoft.com/office/officeart/2005/8/layout/list1"/>
    <dgm:cxn modelId="{C13F70C0-8627-4EFD-AB6E-51BB51B20CB2}" type="presOf" srcId="{87123EFA-BCC0-4279-879B-91B354793BCF}" destId="{E9A417E3-638A-4277-B535-574348A58B0A}" srcOrd="0" destOrd="0" presId="urn:microsoft.com/office/officeart/2005/8/layout/list1"/>
    <dgm:cxn modelId="{037FBEC7-586F-486B-BAAC-D58ECF1B0845}" type="presOf" srcId="{E38640C9-DF7E-4DB9-8E1D-D1281D3D2178}" destId="{9F618301-E3A6-4736-8A8A-C97899DA903F}" srcOrd="0" destOrd="0" presId="urn:microsoft.com/office/officeart/2005/8/layout/list1"/>
    <dgm:cxn modelId="{A01AE9C7-C6FA-4861-BA05-091A2204954C}" srcId="{E38640C9-DF7E-4DB9-8E1D-D1281D3D2178}" destId="{6F490689-44FB-4D7E-A030-7115636B59FD}" srcOrd="2" destOrd="0" parTransId="{04CBE7FC-A783-4B3D-894D-75CD555ECC40}" sibTransId="{928C91B0-EE37-4CB5-9C73-49E12724F045}"/>
    <dgm:cxn modelId="{D15090D0-6AFD-41FD-9A35-44E135B2C32F}" type="presOf" srcId="{6F490689-44FB-4D7E-A030-7115636B59FD}" destId="{B9435F74-09EE-409C-99D8-8A4DCE5684E9}" srcOrd="0" destOrd="2" presId="urn:microsoft.com/office/officeart/2005/8/layout/list1"/>
    <dgm:cxn modelId="{DFA78CF5-3B8E-4ED5-B0A4-0F310F6DABF3}" type="presOf" srcId="{9F7C9590-C4E1-411E-B94F-4403AB1D689C}" destId="{4CD463D2-9AF1-43C5-B54C-AE083CDABFD7}" srcOrd="1" destOrd="0" presId="urn:microsoft.com/office/officeart/2005/8/layout/list1"/>
    <dgm:cxn modelId="{E4D31FFD-4B6E-46DA-ADF0-0969EFD3730B}" type="presOf" srcId="{DAEDBD6F-4966-4777-A9C9-62079A7E9297}" destId="{B9435F74-09EE-409C-99D8-8A4DCE5684E9}" srcOrd="0" destOrd="0" presId="urn:microsoft.com/office/officeart/2005/8/layout/list1"/>
    <dgm:cxn modelId="{3748B238-9CA8-47EB-B8DE-9E4A4916D7D0}" type="presParOf" srcId="{A283533F-8C43-4436-8A96-307524FE6E35}" destId="{9D7F28CC-551E-4944-93D8-E5510C511A56}" srcOrd="0" destOrd="0" presId="urn:microsoft.com/office/officeart/2005/8/layout/list1"/>
    <dgm:cxn modelId="{F410B873-95FC-457B-8C64-75A58D8AB453}" type="presParOf" srcId="{9D7F28CC-551E-4944-93D8-E5510C511A56}" destId="{5ECBF719-D688-42D4-AB9C-5DFD14ED917E}" srcOrd="0" destOrd="0" presId="urn:microsoft.com/office/officeart/2005/8/layout/list1"/>
    <dgm:cxn modelId="{51C07B43-7137-4C9D-8AB3-E9FE3DEDE3C6}" type="presParOf" srcId="{9D7F28CC-551E-4944-93D8-E5510C511A56}" destId="{1C1BDC3F-2C20-443A-B7A4-792B03EE0CAB}" srcOrd="1" destOrd="0" presId="urn:microsoft.com/office/officeart/2005/8/layout/list1"/>
    <dgm:cxn modelId="{5D7C8A94-C42B-4263-811C-01094ABC6C01}" type="presParOf" srcId="{A283533F-8C43-4436-8A96-307524FE6E35}" destId="{E29853A8-01EC-4432-9BCE-F527EEC39425}" srcOrd="1" destOrd="0" presId="urn:microsoft.com/office/officeart/2005/8/layout/list1"/>
    <dgm:cxn modelId="{C07C056D-23E4-407A-A21D-96897681AEF0}" type="presParOf" srcId="{A283533F-8C43-4436-8A96-307524FE6E35}" destId="{E9A417E3-638A-4277-B535-574348A58B0A}" srcOrd="2" destOrd="0" presId="urn:microsoft.com/office/officeart/2005/8/layout/list1"/>
    <dgm:cxn modelId="{01947884-EBCC-4DED-8886-9B473B04076B}" type="presParOf" srcId="{A283533F-8C43-4436-8A96-307524FE6E35}" destId="{1AB44C81-047F-4C9F-9A0A-E069313DBFB2}" srcOrd="3" destOrd="0" presId="urn:microsoft.com/office/officeart/2005/8/layout/list1"/>
    <dgm:cxn modelId="{AC25E624-C9ED-4027-93FE-EBEDCA9EA2FE}" type="presParOf" srcId="{A283533F-8C43-4436-8A96-307524FE6E35}" destId="{C788AC62-2ECA-4F52-8F07-C49F13E22013}" srcOrd="4" destOrd="0" presId="urn:microsoft.com/office/officeart/2005/8/layout/list1"/>
    <dgm:cxn modelId="{03F93158-0273-4132-9F15-F0FCFD218F0F}" type="presParOf" srcId="{C788AC62-2ECA-4F52-8F07-C49F13E22013}" destId="{18787686-EC50-4FC8-BB71-67EA6A4302C5}" srcOrd="0" destOrd="0" presId="urn:microsoft.com/office/officeart/2005/8/layout/list1"/>
    <dgm:cxn modelId="{78967932-6073-45D7-86FE-201B8F9C7179}" type="presParOf" srcId="{C788AC62-2ECA-4F52-8F07-C49F13E22013}" destId="{4CD463D2-9AF1-43C5-B54C-AE083CDABFD7}" srcOrd="1" destOrd="0" presId="urn:microsoft.com/office/officeart/2005/8/layout/list1"/>
    <dgm:cxn modelId="{ACCDD4F7-FF0D-4F61-9AAC-31AB868661AA}" type="presParOf" srcId="{A283533F-8C43-4436-8A96-307524FE6E35}" destId="{17C8DDDD-C398-4561-9031-0E186A729C9A}" srcOrd="5" destOrd="0" presId="urn:microsoft.com/office/officeart/2005/8/layout/list1"/>
    <dgm:cxn modelId="{2501C3B5-5808-46B7-9599-4E0076F67F47}" type="presParOf" srcId="{A283533F-8C43-4436-8A96-307524FE6E35}" destId="{17D3F173-7F83-4400-9388-FBDF4FD62225}" srcOrd="6" destOrd="0" presId="urn:microsoft.com/office/officeart/2005/8/layout/list1"/>
    <dgm:cxn modelId="{464D0491-20A2-4BF5-9A68-7B07D1C18FCF}" type="presParOf" srcId="{A283533F-8C43-4436-8A96-307524FE6E35}" destId="{078EDBB3-4DD5-4AEE-9071-AC929CF802C4}" srcOrd="7" destOrd="0" presId="urn:microsoft.com/office/officeart/2005/8/layout/list1"/>
    <dgm:cxn modelId="{927A941D-37D4-4D24-8CF6-A5D3A8361ABF}" type="presParOf" srcId="{A283533F-8C43-4436-8A96-307524FE6E35}" destId="{16D95448-5A15-419B-A339-E72A1312BDD7}" srcOrd="8" destOrd="0" presId="urn:microsoft.com/office/officeart/2005/8/layout/list1"/>
    <dgm:cxn modelId="{E5BCC448-F7A5-4657-BD70-BE2C64A6A040}" type="presParOf" srcId="{16D95448-5A15-419B-A339-E72A1312BDD7}" destId="{9F618301-E3A6-4736-8A8A-C97899DA903F}" srcOrd="0" destOrd="0" presId="urn:microsoft.com/office/officeart/2005/8/layout/list1"/>
    <dgm:cxn modelId="{CFEEC352-54B9-4479-A754-50C451943AE1}" type="presParOf" srcId="{16D95448-5A15-419B-A339-E72A1312BDD7}" destId="{FE4E8AA0-069D-46F1-97B3-86013F37B87E}" srcOrd="1" destOrd="0" presId="urn:microsoft.com/office/officeart/2005/8/layout/list1"/>
    <dgm:cxn modelId="{6DEF24DF-839D-4DE9-8D94-ACE66E8B8463}" type="presParOf" srcId="{A283533F-8C43-4436-8A96-307524FE6E35}" destId="{319C60F5-B049-4F86-A987-396B5C3D7781}" srcOrd="9" destOrd="0" presId="urn:microsoft.com/office/officeart/2005/8/layout/list1"/>
    <dgm:cxn modelId="{6EB0445E-BFFA-464D-8FDA-FDF607F3CB7D}" type="presParOf" srcId="{A283533F-8C43-4436-8A96-307524FE6E35}" destId="{B9435F74-09EE-409C-99D8-8A4DCE5684E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4AEBBBA-A889-4CF5-92FA-A94F34A45EB5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26F6EC5-66E5-4D4D-89BE-893C9B4BD58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zh-CN"/>
            <a:t>Top-k CUR</a:t>
          </a:r>
          <a:endParaRPr lang="en-US"/>
        </a:p>
      </dgm:t>
    </dgm:pt>
    <dgm:pt modelId="{37A023CA-AA66-4D75-93BE-4E25275DECE8}" type="parTrans" cxnId="{218DDB08-DD70-41F2-9E5D-764D24713645}">
      <dgm:prSet/>
      <dgm:spPr/>
      <dgm:t>
        <a:bodyPr/>
        <a:lstStyle/>
        <a:p>
          <a:endParaRPr lang="en-US"/>
        </a:p>
      </dgm:t>
    </dgm:pt>
    <dgm:pt modelId="{0666EAEF-92DD-44A5-B131-5EAEDC02B9CC}" type="sibTrans" cxnId="{218DDB08-DD70-41F2-9E5D-764D24713645}">
      <dgm:prSet/>
      <dgm:spPr/>
      <dgm:t>
        <a:bodyPr/>
        <a:lstStyle/>
        <a:p>
          <a:endParaRPr lang="en-US"/>
        </a:p>
      </dgm:t>
    </dgm:pt>
    <dgm:pt modelId="{56CBFBDA-6632-4F55-B890-D04827CA4842}">
      <dgm:prSet/>
      <dgm:spPr/>
      <dgm:t>
        <a:bodyPr/>
        <a:lstStyle/>
        <a:p>
          <a:pPr>
            <a:lnSpc>
              <a:spcPct val="100000"/>
            </a:lnSpc>
          </a:pPr>
          <a:r>
            <a:rPr lang="zh-CN"/>
            <a:t>Select top-k row leverage score with O(mn^2)</a:t>
          </a:r>
          <a:endParaRPr lang="en-US"/>
        </a:p>
      </dgm:t>
    </dgm:pt>
    <dgm:pt modelId="{070AEAE2-909E-4207-825D-5B622978ADCF}" type="parTrans" cxnId="{CCA15024-DD08-4371-BA2A-B4F708FF28C4}">
      <dgm:prSet/>
      <dgm:spPr/>
      <dgm:t>
        <a:bodyPr/>
        <a:lstStyle/>
        <a:p>
          <a:endParaRPr lang="en-US"/>
        </a:p>
      </dgm:t>
    </dgm:pt>
    <dgm:pt modelId="{F0E91EB7-E99B-4AC3-8A4C-488E9540F448}" type="sibTrans" cxnId="{CCA15024-DD08-4371-BA2A-B4F708FF28C4}">
      <dgm:prSet/>
      <dgm:spPr/>
      <dgm:t>
        <a:bodyPr/>
        <a:lstStyle/>
        <a:p>
          <a:endParaRPr lang="en-US"/>
        </a:p>
      </dgm:t>
    </dgm:pt>
    <dgm:pt modelId="{CA5BD373-F9EE-4AAB-AAA8-35BA75641E8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zh-CN"/>
            <a:t>Weight Sampling CUR</a:t>
          </a:r>
          <a:endParaRPr lang="en-US"/>
        </a:p>
      </dgm:t>
    </dgm:pt>
    <dgm:pt modelId="{0A3A4373-A375-48BD-8FFB-4C2E44334954}" type="parTrans" cxnId="{603CA721-146F-4230-BC6B-23AB38E2C780}">
      <dgm:prSet/>
      <dgm:spPr/>
      <dgm:t>
        <a:bodyPr/>
        <a:lstStyle/>
        <a:p>
          <a:endParaRPr lang="en-US"/>
        </a:p>
      </dgm:t>
    </dgm:pt>
    <dgm:pt modelId="{8743B63D-4740-48C5-B61B-C81F50FC24D3}" type="sibTrans" cxnId="{603CA721-146F-4230-BC6B-23AB38E2C780}">
      <dgm:prSet/>
      <dgm:spPr/>
      <dgm:t>
        <a:bodyPr/>
        <a:lstStyle/>
        <a:p>
          <a:endParaRPr lang="en-US"/>
        </a:p>
      </dgm:t>
    </dgm:pt>
    <dgm:pt modelId="{D74E9AF6-266A-4708-A734-B2C8EA4E304D}">
      <dgm:prSet/>
      <dgm:spPr/>
      <dgm:t>
        <a:bodyPr/>
        <a:lstStyle/>
        <a:p>
          <a:pPr>
            <a:lnSpc>
              <a:spcPct val="100000"/>
            </a:lnSpc>
          </a:pPr>
          <a:r>
            <a:rPr lang="zh-CN"/>
            <a:t>Probability sampling based on row leverage score with O(mn^2)</a:t>
          </a:r>
          <a:endParaRPr lang="en-US"/>
        </a:p>
      </dgm:t>
    </dgm:pt>
    <dgm:pt modelId="{6C750DEE-44ED-485E-B4B5-DCD3E24504A3}" type="parTrans" cxnId="{D25E0961-0225-427C-A4D1-2D1A8EC3EB33}">
      <dgm:prSet/>
      <dgm:spPr/>
      <dgm:t>
        <a:bodyPr/>
        <a:lstStyle/>
        <a:p>
          <a:endParaRPr lang="en-US"/>
        </a:p>
      </dgm:t>
    </dgm:pt>
    <dgm:pt modelId="{7465EC5E-43CA-41C8-B334-7B422FC06477}" type="sibTrans" cxnId="{D25E0961-0225-427C-A4D1-2D1A8EC3EB33}">
      <dgm:prSet/>
      <dgm:spPr/>
      <dgm:t>
        <a:bodyPr/>
        <a:lstStyle/>
        <a:p>
          <a:endParaRPr lang="en-US"/>
        </a:p>
      </dgm:t>
    </dgm:pt>
    <dgm:pt modelId="{06278A14-DB08-4E20-9B73-60D53DA8D5A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zh-CN"/>
            <a:t>Features on the datasets</a:t>
          </a:r>
          <a:endParaRPr lang="en-US"/>
        </a:p>
      </dgm:t>
    </dgm:pt>
    <dgm:pt modelId="{86F464D0-7A26-4E99-BB3D-5FAC94C5F20B}" type="parTrans" cxnId="{D0A8E90F-6279-4D5F-B74B-19D85C0AF34F}">
      <dgm:prSet/>
      <dgm:spPr/>
      <dgm:t>
        <a:bodyPr/>
        <a:lstStyle/>
        <a:p>
          <a:endParaRPr lang="en-US"/>
        </a:p>
      </dgm:t>
    </dgm:pt>
    <dgm:pt modelId="{7A4905FA-625B-4CC3-9883-A49D8C3F94AC}" type="sibTrans" cxnId="{D0A8E90F-6279-4D5F-B74B-19D85C0AF34F}">
      <dgm:prSet/>
      <dgm:spPr/>
      <dgm:t>
        <a:bodyPr/>
        <a:lstStyle/>
        <a:p>
          <a:endParaRPr lang="en-US"/>
        </a:p>
      </dgm:t>
    </dgm:pt>
    <dgm:pt modelId="{03890408-3927-429D-966E-A73CCF47DE8A}">
      <dgm:prSet/>
      <dgm:spPr/>
      <dgm:t>
        <a:bodyPr/>
        <a:lstStyle/>
        <a:p>
          <a:pPr>
            <a:lnSpc>
              <a:spcPct val="100000"/>
            </a:lnSpc>
          </a:pPr>
          <a:r>
            <a:rPr lang="zh-CN"/>
            <a:t>Reconstructed Matrix: Keep the r</a:t>
          </a:r>
          <a:r>
            <a:rPr lang="en-US"/>
            <a:t>aw</a:t>
          </a:r>
          <a:r>
            <a:rPr lang="zh-CN"/>
            <a:t> dat</a:t>
          </a:r>
          <a:r>
            <a:rPr lang="en-US"/>
            <a:t>a</a:t>
          </a:r>
          <a:r>
            <a:rPr lang="zh-CN"/>
            <a:t> pro</a:t>
          </a:r>
          <a:r>
            <a:rPr lang="en-US"/>
            <a:t>perty(sparse)</a:t>
          </a:r>
        </a:p>
      </dgm:t>
    </dgm:pt>
    <dgm:pt modelId="{49DDC63A-89E6-4440-B1DF-E6443E0168BD}" type="parTrans" cxnId="{05EDA48F-62B3-41A3-B92B-189282D27C1B}">
      <dgm:prSet/>
      <dgm:spPr/>
      <dgm:t>
        <a:bodyPr/>
        <a:lstStyle/>
        <a:p>
          <a:endParaRPr lang="en-US"/>
        </a:p>
      </dgm:t>
    </dgm:pt>
    <dgm:pt modelId="{80C9A1A3-35E9-4483-9A07-1A83E97305F9}" type="sibTrans" cxnId="{05EDA48F-62B3-41A3-B92B-189282D27C1B}">
      <dgm:prSet/>
      <dgm:spPr/>
      <dgm:t>
        <a:bodyPr/>
        <a:lstStyle/>
        <a:p>
          <a:endParaRPr lang="en-US"/>
        </a:p>
      </dgm:t>
    </dgm:pt>
    <dgm:pt modelId="{D098F579-4D83-4BC5-85E1-711F0A63EAD0}">
      <dgm:prSet/>
      <dgm:spPr/>
      <dgm:t>
        <a:bodyPr/>
        <a:lstStyle/>
        <a:p>
          <a:pPr>
            <a:lnSpc>
              <a:spcPct val="100000"/>
            </a:lnSpc>
          </a:pPr>
          <a:r>
            <a:rPr lang="zh-CN"/>
            <a:t>Factor Components: </a:t>
          </a:r>
          <a:r>
            <a:rPr lang="en-US"/>
            <a:t>Actual selected column C – interpretable raw data</a:t>
          </a:r>
        </a:p>
      </dgm:t>
    </dgm:pt>
    <dgm:pt modelId="{82E7746B-808D-4B02-B41E-235C08C2632F}" type="parTrans" cxnId="{B552CD7C-683D-4BED-B6B2-17E114637113}">
      <dgm:prSet/>
      <dgm:spPr/>
      <dgm:t>
        <a:bodyPr/>
        <a:lstStyle/>
        <a:p>
          <a:endParaRPr lang="en-US"/>
        </a:p>
      </dgm:t>
    </dgm:pt>
    <dgm:pt modelId="{79B3E9BD-26B9-4701-866C-FE29A66EC080}" type="sibTrans" cxnId="{B552CD7C-683D-4BED-B6B2-17E114637113}">
      <dgm:prSet/>
      <dgm:spPr/>
      <dgm:t>
        <a:bodyPr/>
        <a:lstStyle/>
        <a:p>
          <a:endParaRPr lang="en-US"/>
        </a:p>
      </dgm:t>
    </dgm:pt>
    <dgm:pt modelId="{1430937C-3FCD-496C-BC9F-F4516F6C81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</a:t>
          </a:r>
          <a:r>
            <a:rPr lang="zh-CN"/>
            <a:t>lgorithm Behavior: </a:t>
          </a:r>
          <a:r>
            <a:rPr lang="en-US"/>
            <a:t>Row</a:t>
          </a:r>
          <a:r>
            <a:rPr lang="zh-CN"/>
            <a:t> l</a:t>
          </a:r>
          <a:r>
            <a:rPr lang="en-US"/>
            <a:t>everage scores(importance of each row)</a:t>
          </a:r>
        </a:p>
      </dgm:t>
    </dgm:pt>
    <dgm:pt modelId="{9DFB47DA-8F77-4A99-BF71-331BFEB3B160}" type="parTrans" cxnId="{2348EAE1-EB29-4BB4-98D4-A54BBD25A5D5}">
      <dgm:prSet/>
      <dgm:spPr/>
      <dgm:t>
        <a:bodyPr/>
        <a:lstStyle/>
        <a:p>
          <a:endParaRPr lang="en-US"/>
        </a:p>
      </dgm:t>
    </dgm:pt>
    <dgm:pt modelId="{A83E3D63-F176-461F-A583-E0F751874BFB}" type="sibTrans" cxnId="{2348EAE1-EB29-4BB4-98D4-A54BBD25A5D5}">
      <dgm:prSet/>
      <dgm:spPr/>
      <dgm:t>
        <a:bodyPr/>
        <a:lstStyle/>
        <a:p>
          <a:endParaRPr lang="en-US"/>
        </a:p>
      </dgm:t>
    </dgm:pt>
    <dgm:pt modelId="{0F96B4A4-C09F-42EB-BB96-79EE6CB56EEF}" type="pres">
      <dgm:prSet presAssocID="{74AEBBBA-A889-4CF5-92FA-A94F34A45EB5}" presName="root" presStyleCnt="0">
        <dgm:presLayoutVars>
          <dgm:dir/>
          <dgm:resizeHandles val="exact"/>
        </dgm:presLayoutVars>
      </dgm:prSet>
      <dgm:spPr/>
    </dgm:pt>
    <dgm:pt modelId="{CFCAA444-88C0-4945-9CA0-C83DF475E593}" type="pres">
      <dgm:prSet presAssocID="{B26F6EC5-66E5-4D4D-89BE-893C9B4BD582}" presName="compNode" presStyleCnt="0"/>
      <dgm:spPr/>
    </dgm:pt>
    <dgm:pt modelId="{493C0661-F70F-4109-A3EA-01841EEE7BAD}" type="pres">
      <dgm:prSet presAssocID="{B26F6EC5-66E5-4D4D-89BE-893C9B4BD58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Étoile"/>
        </a:ext>
      </dgm:extLst>
    </dgm:pt>
    <dgm:pt modelId="{8970485F-19B7-46AC-BA6B-F63E45F13585}" type="pres">
      <dgm:prSet presAssocID="{B26F6EC5-66E5-4D4D-89BE-893C9B4BD582}" presName="iconSpace" presStyleCnt="0"/>
      <dgm:spPr/>
    </dgm:pt>
    <dgm:pt modelId="{6D1FAD23-12C1-4B09-91CB-2A315523606A}" type="pres">
      <dgm:prSet presAssocID="{B26F6EC5-66E5-4D4D-89BE-893C9B4BD582}" presName="parTx" presStyleLbl="revTx" presStyleIdx="0" presStyleCnt="6">
        <dgm:presLayoutVars>
          <dgm:chMax val="0"/>
          <dgm:chPref val="0"/>
        </dgm:presLayoutVars>
      </dgm:prSet>
      <dgm:spPr/>
    </dgm:pt>
    <dgm:pt modelId="{7A6A62DC-371D-4E5D-9971-3AE3B1A9955A}" type="pres">
      <dgm:prSet presAssocID="{B26F6EC5-66E5-4D4D-89BE-893C9B4BD582}" presName="txSpace" presStyleCnt="0"/>
      <dgm:spPr/>
    </dgm:pt>
    <dgm:pt modelId="{C2A2FB1B-6678-44AD-BC9C-E6A149445BEC}" type="pres">
      <dgm:prSet presAssocID="{B26F6EC5-66E5-4D4D-89BE-893C9B4BD582}" presName="desTx" presStyleLbl="revTx" presStyleIdx="1" presStyleCnt="6">
        <dgm:presLayoutVars/>
      </dgm:prSet>
      <dgm:spPr/>
    </dgm:pt>
    <dgm:pt modelId="{5818EA93-3A29-4056-9F2D-F904EF62F694}" type="pres">
      <dgm:prSet presAssocID="{0666EAEF-92DD-44A5-B131-5EAEDC02B9CC}" presName="sibTrans" presStyleCnt="0"/>
      <dgm:spPr/>
    </dgm:pt>
    <dgm:pt modelId="{75327554-CA72-4A38-87B2-D8EED384BADE}" type="pres">
      <dgm:prSet presAssocID="{CA5BD373-F9EE-4AAB-AAA8-35BA75641E85}" presName="compNode" presStyleCnt="0"/>
      <dgm:spPr/>
    </dgm:pt>
    <dgm:pt modelId="{28473EC6-8CFB-4BDC-93C5-B5FD815762CC}" type="pres">
      <dgm:prSet presAssocID="{CA5BD373-F9EE-4AAB-AAA8-35BA75641E8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jouter"/>
        </a:ext>
      </dgm:extLst>
    </dgm:pt>
    <dgm:pt modelId="{27C9C92D-E95A-4999-8871-5EC71F9C3B0C}" type="pres">
      <dgm:prSet presAssocID="{CA5BD373-F9EE-4AAB-AAA8-35BA75641E85}" presName="iconSpace" presStyleCnt="0"/>
      <dgm:spPr/>
    </dgm:pt>
    <dgm:pt modelId="{ABE8680B-2DCB-4908-B81B-FB6E55EF69CE}" type="pres">
      <dgm:prSet presAssocID="{CA5BD373-F9EE-4AAB-AAA8-35BA75641E85}" presName="parTx" presStyleLbl="revTx" presStyleIdx="2" presStyleCnt="6">
        <dgm:presLayoutVars>
          <dgm:chMax val="0"/>
          <dgm:chPref val="0"/>
        </dgm:presLayoutVars>
      </dgm:prSet>
      <dgm:spPr/>
    </dgm:pt>
    <dgm:pt modelId="{D3CCA22C-388A-4EA3-B78B-E234F9481D5F}" type="pres">
      <dgm:prSet presAssocID="{CA5BD373-F9EE-4AAB-AAA8-35BA75641E85}" presName="txSpace" presStyleCnt="0"/>
      <dgm:spPr/>
    </dgm:pt>
    <dgm:pt modelId="{8E03F209-757D-429C-8A7A-B1EDF023A89D}" type="pres">
      <dgm:prSet presAssocID="{CA5BD373-F9EE-4AAB-AAA8-35BA75641E85}" presName="desTx" presStyleLbl="revTx" presStyleIdx="3" presStyleCnt="6">
        <dgm:presLayoutVars/>
      </dgm:prSet>
      <dgm:spPr/>
    </dgm:pt>
    <dgm:pt modelId="{12C92F81-3B32-4B4B-B180-D082A1B6987A}" type="pres">
      <dgm:prSet presAssocID="{8743B63D-4740-48C5-B61B-C81F50FC24D3}" presName="sibTrans" presStyleCnt="0"/>
      <dgm:spPr/>
    </dgm:pt>
    <dgm:pt modelId="{DD35EE25-ABBD-402A-8AFA-F18EF913FFD4}" type="pres">
      <dgm:prSet presAssocID="{06278A14-DB08-4E20-9B73-60D53DA8D5A5}" presName="compNode" presStyleCnt="0"/>
      <dgm:spPr/>
    </dgm:pt>
    <dgm:pt modelId="{A026DDD4-C0DC-4838-9F29-EABFC2FE3470}" type="pres">
      <dgm:prSet presAssocID="{06278A14-DB08-4E20-9B73-60D53DA8D5A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au"/>
        </a:ext>
      </dgm:extLst>
    </dgm:pt>
    <dgm:pt modelId="{052E126D-A391-4E94-844A-BCC578FE6885}" type="pres">
      <dgm:prSet presAssocID="{06278A14-DB08-4E20-9B73-60D53DA8D5A5}" presName="iconSpace" presStyleCnt="0"/>
      <dgm:spPr/>
    </dgm:pt>
    <dgm:pt modelId="{3C72551C-A25B-46AA-B86C-7ACCF3103C65}" type="pres">
      <dgm:prSet presAssocID="{06278A14-DB08-4E20-9B73-60D53DA8D5A5}" presName="parTx" presStyleLbl="revTx" presStyleIdx="4" presStyleCnt="6">
        <dgm:presLayoutVars>
          <dgm:chMax val="0"/>
          <dgm:chPref val="0"/>
        </dgm:presLayoutVars>
      </dgm:prSet>
      <dgm:spPr/>
    </dgm:pt>
    <dgm:pt modelId="{87F6C746-553A-451B-B877-E5681DCA3133}" type="pres">
      <dgm:prSet presAssocID="{06278A14-DB08-4E20-9B73-60D53DA8D5A5}" presName="txSpace" presStyleCnt="0"/>
      <dgm:spPr/>
    </dgm:pt>
    <dgm:pt modelId="{A43C7A98-F94A-40D6-96F5-038648C2B840}" type="pres">
      <dgm:prSet presAssocID="{06278A14-DB08-4E20-9B73-60D53DA8D5A5}" presName="desTx" presStyleLbl="revTx" presStyleIdx="5" presStyleCnt="6">
        <dgm:presLayoutVars/>
      </dgm:prSet>
      <dgm:spPr/>
    </dgm:pt>
  </dgm:ptLst>
  <dgm:cxnLst>
    <dgm:cxn modelId="{218DDB08-DD70-41F2-9E5D-764D24713645}" srcId="{74AEBBBA-A889-4CF5-92FA-A94F34A45EB5}" destId="{B26F6EC5-66E5-4D4D-89BE-893C9B4BD582}" srcOrd="0" destOrd="0" parTransId="{37A023CA-AA66-4D75-93BE-4E25275DECE8}" sibTransId="{0666EAEF-92DD-44A5-B131-5EAEDC02B9CC}"/>
    <dgm:cxn modelId="{D0A8E90F-6279-4D5F-B74B-19D85C0AF34F}" srcId="{74AEBBBA-A889-4CF5-92FA-A94F34A45EB5}" destId="{06278A14-DB08-4E20-9B73-60D53DA8D5A5}" srcOrd="2" destOrd="0" parTransId="{86F464D0-7A26-4E99-BB3D-5FAC94C5F20B}" sibTransId="{7A4905FA-625B-4CC3-9883-A49D8C3F94AC}"/>
    <dgm:cxn modelId="{603CA721-146F-4230-BC6B-23AB38E2C780}" srcId="{74AEBBBA-A889-4CF5-92FA-A94F34A45EB5}" destId="{CA5BD373-F9EE-4AAB-AAA8-35BA75641E85}" srcOrd="1" destOrd="0" parTransId="{0A3A4373-A375-48BD-8FFB-4C2E44334954}" sibTransId="{8743B63D-4740-48C5-B61B-C81F50FC24D3}"/>
    <dgm:cxn modelId="{CCA15024-DD08-4371-BA2A-B4F708FF28C4}" srcId="{B26F6EC5-66E5-4D4D-89BE-893C9B4BD582}" destId="{56CBFBDA-6632-4F55-B890-D04827CA4842}" srcOrd="0" destOrd="0" parTransId="{070AEAE2-909E-4207-825D-5B622978ADCF}" sibTransId="{F0E91EB7-E99B-4AC3-8A4C-488E9540F448}"/>
    <dgm:cxn modelId="{06A8F135-F24A-4673-A84F-84C9B65AC660}" type="presOf" srcId="{B26F6EC5-66E5-4D4D-89BE-893C9B4BD582}" destId="{6D1FAD23-12C1-4B09-91CB-2A315523606A}" srcOrd="0" destOrd="0" presId="urn:microsoft.com/office/officeart/2018/2/layout/IconLabelDescriptionList"/>
    <dgm:cxn modelId="{D074953A-C2CF-4FDA-9F8F-CF385BB4F9A1}" type="presOf" srcId="{D098F579-4D83-4BC5-85E1-711F0A63EAD0}" destId="{A43C7A98-F94A-40D6-96F5-038648C2B840}" srcOrd="0" destOrd="1" presId="urn:microsoft.com/office/officeart/2018/2/layout/IconLabelDescriptionList"/>
    <dgm:cxn modelId="{D3B5C25F-6715-4757-8D23-21F707A564FE}" type="presOf" srcId="{06278A14-DB08-4E20-9B73-60D53DA8D5A5}" destId="{3C72551C-A25B-46AA-B86C-7ACCF3103C65}" srcOrd="0" destOrd="0" presId="urn:microsoft.com/office/officeart/2018/2/layout/IconLabelDescriptionList"/>
    <dgm:cxn modelId="{D25E0961-0225-427C-A4D1-2D1A8EC3EB33}" srcId="{CA5BD373-F9EE-4AAB-AAA8-35BA75641E85}" destId="{D74E9AF6-266A-4708-A734-B2C8EA4E304D}" srcOrd="0" destOrd="0" parTransId="{6C750DEE-44ED-485E-B4B5-DCD3E24504A3}" sibTransId="{7465EC5E-43CA-41C8-B334-7B422FC06477}"/>
    <dgm:cxn modelId="{B552CD7C-683D-4BED-B6B2-17E114637113}" srcId="{06278A14-DB08-4E20-9B73-60D53DA8D5A5}" destId="{D098F579-4D83-4BC5-85E1-711F0A63EAD0}" srcOrd="1" destOrd="0" parTransId="{82E7746B-808D-4B02-B41E-235C08C2632F}" sibTransId="{79B3E9BD-26B9-4701-866C-FE29A66EC080}"/>
    <dgm:cxn modelId="{05EDA48F-62B3-41A3-B92B-189282D27C1B}" srcId="{06278A14-DB08-4E20-9B73-60D53DA8D5A5}" destId="{03890408-3927-429D-966E-A73CCF47DE8A}" srcOrd="0" destOrd="0" parTransId="{49DDC63A-89E6-4440-B1DF-E6443E0168BD}" sibTransId="{80C9A1A3-35E9-4483-9A07-1A83E97305F9}"/>
    <dgm:cxn modelId="{613A229A-026D-429A-997F-EA25D3DF7197}" type="presOf" srcId="{CA5BD373-F9EE-4AAB-AAA8-35BA75641E85}" destId="{ABE8680B-2DCB-4908-B81B-FB6E55EF69CE}" srcOrd="0" destOrd="0" presId="urn:microsoft.com/office/officeart/2018/2/layout/IconLabelDescriptionList"/>
    <dgm:cxn modelId="{84CD3AD1-A9A7-4A94-A784-4C8ABD4B3B32}" type="presOf" srcId="{74AEBBBA-A889-4CF5-92FA-A94F34A45EB5}" destId="{0F96B4A4-C09F-42EB-BB96-79EE6CB56EEF}" srcOrd="0" destOrd="0" presId="urn:microsoft.com/office/officeart/2018/2/layout/IconLabelDescriptionList"/>
    <dgm:cxn modelId="{2348EAE1-EB29-4BB4-98D4-A54BBD25A5D5}" srcId="{06278A14-DB08-4E20-9B73-60D53DA8D5A5}" destId="{1430937C-3FCD-496C-BC9F-F4516F6C8111}" srcOrd="2" destOrd="0" parTransId="{9DFB47DA-8F77-4A99-BF71-331BFEB3B160}" sibTransId="{A83E3D63-F176-461F-A583-E0F751874BFB}"/>
    <dgm:cxn modelId="{A6E141E9-F637-44A8-BB1B-E33741F65A02}" type="presOf" srcId="{56CBFBDA-6632-4F55-B890-D04827CA4842}" destId="{C2A2FB1B-6678-44AD-BC9C-E6A149445BEC}" srcOrd="0" destOrd="0" presId="urn:microsoft.com/office/officeart/2018/2/layout/IconLabelDescriptionList"/>
    <dgm:cxn modelId="{751417F6-9AF1-45DF-8522-F4E3853AEAC4}" type="presOf" srcId="{03890408-3927-429D-966E-A73CCF47DE8A}" destId="{A43C7A98-F94A-40D6-96F5-038648C2B840}" srcOrd="0" destOrd="0" presId="urn:microsoft.com/office/officeart/2018/2/layout/IconLabelDescriptionList"/>
    <dgm:cxn modelId="{C489B8F7-45D2-40BF-BACD-1EA9EE8B2485}" type="presOf" srcId="{D74E9AF6-266A-4708-A734-B2C8EA4E304D}" destId="{8E03F209-757D-429C-8A7A-B1EDF023A89D}" srcOrd="0" destOrd="0" presId="urn:microsoft.com/office/officeart/2018/2/layout/IconLabelDescriptionList"/>
    <dgm:cxn modelId="{2FA2ABFE-FBB4-4DCB-8960-B78E0F9F25CA}" type="presOf" srcId="{1430937C-3FCD-496C-BC9F-F4516F6C8111}" destId="{A43C7A98-F94A-40D6-96F5-038648C2B840}" srcOrd="0" destOrd="2" presId="urn:microsoft.com/office/officeart/2018/2/layout/IconLabelDescriptionList"/>
    <dgm:cxn modelId="{32D375C9-C9B1-4DDF-8504-B5E31A5A49D5}" type="presParOf" srcId="{0F96B4A4-C09F-42EB-BB96-79EE6CB56EEF}" destId="{CFCAA444-88C0-4945-9CA0-C83DF475E593}" srcOrd="0" destOrd="0" presId="urn:microsoft.com/office/officeart/2018/2/layout/IconLabelDescriptionList"/>
    <dgm:cxn modelId="{8F33E9DB-3139-48FC-B775-F946B399A015}" type="presParOf" srcId="{CFCAA444-88C0-4945-9CA0-C83DF475E593}" destId="{493C0661-F70F-4109-A3EA-01841EEE7BAD}" srcOrd="0" destOrd="0" presId="urn:microsoft.com/office/officeart/2018/2/layout/IconLabelDescriptionList"/>
    <dgm:cxn modelId="{737C6F80-AFA6-4217-9BFE-EB454D79A927}" type="presParOf" srcId="{CFCAA444-88C0-4945-9CA0-C83DF475E593}" destId="{8970485F-19B7-46AC-BA6B-F63E45F13585}" srcOrd="1" destOrd="0" presId="urn:microsoft.com/office/officeart/2018/2/layout/IconLabelDescriptionList"/>
    <dgm:cxn modelId="{A3D76080-06F5-4BE5-9C09-2D17B7B71040}" type="presParOf" srcId="{CFCAA444-88C0-4945-9CA0-C83DF475E593}" destId="{6D1FAD23-12C1-4B09-91CB-2A315523606A}" srcOrd="2" destOrd="0" presId="urn:microsoft.com/office/officeart/2018/2/layout/IconLabelDescriptionList"/>
    <dgm:cxn modelId="{A4819D1C-81D8-4629-9E37-1D78C275DC5F}" type="presParOf" srcId="{CFCAA444-88C0-4945-9CA0-C83DF475E593}" destId="{7A6A62DC-371D-4E5D-9971-3AE3B1A9955A}" srcOrd="3" destOrd="0" presId="urn:microsoft.com/office/officeart/2018/2/layout/IconLabelDescriptionList"/>
    <dgm:cxn modelId="{2F4F0939-BBCE-47B0-81EA-DF24B14DBC48}" type="presParOf" srcId="{CFCAA444-88C0-4945-9CA0-C83DF475E593}" destId="{C2A2FB1B-6678-44AD-BC9C-E6A149445BEC}" srcOrd="4" destOrd="0" presId="urn:microsoft.com/office/officeart/2018/2/layout/IconLabelDescriptionList"/>
    <dgm:cxn modelId="{62357AED-4E5A-4E05-A20C-BF6F0567095A}" type="presParOf" srcId="{0F96B4A4-C09F-42EB-BB96-79EE6CB56EEF}" destId="{5818EA93-3A29-4056-9F2D-F904EF62F694}" srcOrd="1" destOrd="0" presId="urn:microsoft.com/office/officeart/2018/2/layout/IconLabelDescriptionList"/>
    <dgm:cxn modelId="{21EAB433-80F5-4D1C-85F9-6A723F9B8222}" type="presParOf" srcId="{0F96B4A4-C09F-42EB-BB96-79EE6CB56EEF}" destId="{75327554-CA72-4A38-87B2-D8EED384BADE}" srcOrd="2" destOrd="0" presId="urn:microsoft.com/office/officeart/2018/2/layout/IconLabelDescriptionList"/>
    <dgm:cxn modelId="{B6B02F4F-D594-45D5-8A42-C9FCDE833E30}" type="presParOf" srcId="{75327554-CA72-4A38-87B2-D8EED384BADE}" destId="{28473EC6-8CFB-4BDC-93C5-B5FD815762CC}" srcOrd="0" destOrd="0" presId="urn:microsoft.com/office/officeart/2018/2/layout/IconLabelDescriptionList"/>
    <dgm:cxn modelId="{E7364EF5-1241-47BA-946C-ED6CDFCFF5E5}" type="presParOf" srcId="{75327554-CA72-4A38-87B2-D8EED384BADE}" destId="{27C9C92D-E95A-4999-8871-5EC71F9C3B0C}" srcOrd="1" destOrd="0" presId="urn:microsoft.com/office/officeart/2018/2/layout/IconLabelDescriptionList"/>
    <dgm:cxn modelId="{17947885-0BC9-4079-8458-C408A007A749}" type="presParOf" srcId="{75327554-CA72-4A38-87B2-D8EED384BADE}" destId="{ABE8680B-2DCB-4908-B81B-FB6E55EF69CE}" srcOrd="2" destOrd="0" presId="urn:microsoft.com/office/officeart/2018/2/layout/IconLabelDescriptionList"/>
    <dgm:cxn modelId="{E53D3916-EAF6-45B2-8BF4-956406E7BF21}" type="presParOf" srcId="{75327554-CA72-4A38-87B2-D8EED384BADE}" destId="{D3CCA22C-388A-4EA3-B78B-E234F9481D5F}" srcOrd="3" destOrd="0" presId="urn:microsoft.com/office/officeart/2018/2/layout/IconLabelDescriptionList"/>
    <dgm:cxn modelId="{1E05FC52-262B-499A-95BA-7C56DA4704EF}" type="presParOf" srcId="{75327554-CA72-4A38-87B2-D8EED384BADE}" destId="{8E03F209-757D-429C-8A7A-B1EDF023A89D}" srcOrd="4" destOrd="0" presId="urn:microsoft.com/office/officeart/2018/2/layout/IconLabelDescriptionList"/>
    <dgm:cxn modelId="{B5177A60-1F7F-40CA-8582-0744C93C3343}" type="presParOf" srcId="{0F96B4A4-C09F-42EB-BB96-79EE6CB56EEF}" destId="{12C92F81-3B32-4B4B-B180-D082A1B6987A}" srcOrd="3" destOrd="0" presId="urn:microsoft.com/office/officeart/2018/2/layout/IconLabelDescriptionList"/>
    <dgm:cxn modelId="{5A2F7DD9-63C3-4BB7-B9FF-9236BC1A1BAE}" type="presParOf" srcId="{0F96B4A4-C09F-42EB-BB96-79EE6CB56EEF}" destId="{DD35EE25-ABBD-402A-8AFA-F18EF913FFD4}" srcOrd="4" destOrd="0" presId="urn:microsoft.com/office/officeart/2018/2/layout/IconLabelDescriptionList"/>
    <dgm:cxn modelId="{16CED37B-C144-47D4-A3BF-6F4B6B398A4D}" type="presParOf" srcId="{DD35EE25-ABBD-402A-8AFA-F18EF913FFD4}" destId="{A026DDD4-C0DC-4838-9F29-EABFC2FE3470}" srcOrd="0" destOrd="0" presId="urn:microsoft.com/office/officeart/2018/2/layout/IconLabelDescriptionList"/>
    <dgm:cxn modelId="{AE7A25F6-D153-4667-B187-DD074DCD86D6}" type="presParOf" srcId="{DD35EE25-ABBD-402A-8AFA-F18EF913FFD4}" destId="{052E126D-A391-4E94-844A-BCC578FE6885}" srcOrd="1" destOrd="0" presId="urn:microsoft.com/office/officeart/2018/2/layout/IconLabelDescriptionList"/>
    <dgm:cxn modelId="{1B148247-9579-4C0C-8102-626B838E570F}" type="presParOf" srcId="{DD35EE25-ABBD-402A-8AFA-F18EF913FFD4}" destId="{3C72551C-A25B-46AA-B86C-7ACCF3103C65}" srcOrd="2" destOrd="0" presId="urn:microsoft.com/office/officeart/2018/2/layout/IconLabelDescriptionList"/>
    <dgm:cxn modelId="{BF0B44A2-A5C6-4412-9F92-5C592208ECED}" type="presParOf" srcId="{DD35EE25-ABBD-402A-8AFA-F18EF913FFD4}" destId="{87F6C746-553A-451B-B877-E5681DCA3133}" srcOrd="3" destOrd="0" presId="urn:microsoft.com/office/officeart/2018/2/layout/IconLabelDescriptionList"/>
    <dgm:cxn modelId="{5389006B-FAE0-420E-9667-5770FB1C976D}" type="presParOf" srcId="{DD35EE25-ABBD-402A-8AFA-F18EF913FFD4}" destId="{A43C7A98-F94A-40D6-96F5-038648C2B84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A478AF6-FAA9-4EDD-83C3-0AB89913B9BF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9A02BDE-551E-498C-9552-8A22B1FB5251}">
      <dgm:prSet/>
      <dgm:spPr/>
      <dgm:t>
        <a:bodyPr/>
        <a:lstStyle/>
        <a:p>
          <a:r>
            <a:rPr lang="zh-CN"/>
            <a:t>SVD &amp; NMF: randomized version</a:t>
          </a:r>
          <a:endParaRPr lang="en-US"/>
        </a:p>
      </dgm:t>
    </dgm:pt>
    <dgm:pt modelId="{9F5DB1FA-1F0E-470E-A80D-93D6EA5B7618}" type="parTrans" cxnId="{21FC84EC-829A-4FF5-A0CE-36640233D424}">
      <dgm:prSet/>
      <dgm:spPr/>
      <dgm:t>
        <a:bodyPr/>
        <a:lstStyle/>
        <a:p>
          <a:endParaRPr lang="en-US"/>
        </a:p>
      </dgm:t>
    </dgm:pt>
    <dgm:pt modelId="{16076EAE-3464-49A7-B439-156953558C9E}" type="sibTrans" cxnId="{21FC84EC-829A-4FF5-A0CE-36640233D424}">
      <dgm:prSet/>
      <dgm:spPr/>
      <dgm:t>
        <a:bodyPr/>
        <a:lstStyle/>
        <a:p>
          <a:endParaRPr lang="en-US"/>
        </a:p>
      </dgm:t>
    </dgm:pt>
    <dgm:pt modelId="{3456BE04-C0EF-4215-934F-DDFDEA724BD4}">
      <dgm:prSet/>
      <dgm:spPr/>
      <dgm:t>
        <a:bodyPr/>
        <a:lstStyle/>
        <a:p>
          <a:r>
            <a:rPr lang="zh-CN"/>
            <a:t>Compress then factorize </a:t>
          </a:r>
          <a:endParaRPr lang="en-US"/>
        </a:p>
      </dgm:t>
    </dgm:pt>
    <dgm:pt modelId="{C9BFB6AB-49ED-4264-8857-99958260EE0C}" type="parTrans" cxnId="{4A3916BB-69CF-4FDB-A981-1FA587475752}">
      <dgm:prSet/>
      <dgm:spPr/>
      <dgm:t>
        <a:bodyPr/>
        <a:lstStyle/>
        <a:p>
          <a:endParaRPr lang="en-US"/>
        </a:p>
      </dgm:t>
    </dgm:pt>
    <dgm:pt modelId="{C9A5B5BC-6957-49A2-8772-38ACB44DBED5}" type="sibTrans" cxnId="{4A3916BB-69CF-4FDB-A981-1FA587475752}">
      <dgm:prSet/>
      <dgm:spPr/>
      <dgm:t>
        <a:bodyPr/>
        <a:lstStyle/>
        <a:p>
          <a:endParaRPr lang="en-US"/>
        </a:p>
      </dgm:t>
    </dgm:pt>
    <dgm:pt modelId="{227523EB-6888-47EA-A49E-8C48DBEC1277}">
      <dgm:prSet/>
      <dgm:spPr/>
      <dgm:t>
        <a:bodyPr/>
        <a:lstStyle/>
        <a:p>
          <a:r>
            <a:rPr lang="zh-CN"/>
            <a:t>Performs much faster on large scale datasets</a:t>
          </a:r>
          <a:endParaRPr lang="en-US"/>
        </a:p>
      </dgm:t>
    </dgm:pt>
    <dgm:pt modelId="{7A91548C-D1BA-466F-885C-8C6C453900C8}" type="parTrans" cxnId="{F6A69996-CBAE-4424-A591-94A382B03DC9}">
      <dgm:prSet/>
      <dgm:spPr/>
      <dgm:t>
        <a:bodyPr/>
        <a:lstStyle/>
        <a:p>
          <a:endParaRPr lang="en-US"/>
        </a:p>
      </dgm:t>
    </dgm:pt>
    <dgm:pt modelId="{53900F2D-23C1-4BC9-BF56-37F8BE59999C}" type="sibTrans" cxnId="{F6A69996-CBAE-4424-A591-94A382B03DC9}">
      <dgm:prSet/>
      <dgm:spPr/>
      <dgm:t>
        <a:bodyPr/>
        <a:lstStyle/>
        <a:p>
          <a:endParaRPr lang="en-US"/>
        </a:p>
      </dgm:t>
    </dgm:pt>
    <dgm:pt modelId="{654BC328-F232-4667-9260-98EFE7685E2E}">
      <dgm:prSet/>
      <dgm:spPr/>
      <dgm:t>
        <a:bodyPr/>
        <a:lstStyle/>
        <a:p>
          <a:r>
            <a:rPr lang="zh-CN"/>
            <a:t>CUR: top-k vs weighted sampling</a:t>
          </a:r>
          <a:endParaRPr lang="en-US"/>
        </a:p>
      </dgm:t>
    </dgm:pt>
    <dgm:pt modelId="{3169DF69-7534-4BAD-BFBF-3D223441B6F4}" type="parTrans" cxnId="{38E99FD8-FA53-4C57-B478-4A8916032B34}">
      <dgm:prSet/>
      <dgm:spPr/>
      <dgm:t>
        <a:bodyPr/>
        <a:lstStyle/>
        <a:p>
          <a:endParaRPr lang="en-US"/>
        </a:p>
      </dgm:t>
    </dgm:pt>
    <dgm:pt modelId="{5B094DEC-34F8-42BC-B444-2073BE0AFE11}" type="sibTrans" cxnId="{38E99FD8-FA53-4C57-B478-4A8916032B34}">
      <dgm:prSet/>
      <dgm:spPr/>
      <dgm:t>
        <a:bodyPr/>
        <a:lstStyle/>
        <a:p>
          <a:endParaRPr lang="en-US"/>
        </a:p>
      </dgm:t>
    </dgm:pt>
    <dgm:pt modelId="{7ADD18F8-EB0F-4E12-B935-6A6FAAD05FD4}">
      <dgm:prSet/>
      <dgm:spPr/>
      <dgm:t>
        <a:bodyPr/>
        <a:lstStyle/>
        <a:p>
          <a:r>
            <a:rPr lang="zh-CN"/>
            <a:t>Bottlenecks lie in the leverage score calculation</a:t>
          </a:r>
          <a:endParaRPr lang="en-US"/>
        </a:p>
      </dgm:t>
    </dgm:pt>
    <dgm:pt modelId="{C944EB52-CCCE-4A9A-877C-C0306EE67557}" type="parTrans" cxnId="{65C9451A-B49D-4F7E-93C2-021F77818147}">
      <dgm:prSet/>
      <dgm:spPr/>
      <dgm:t>
        <a:bodyPr/>
        <a:lstStyle/>
        <a:p>
          <a:endParaRPr lang="en-US"/>
        </a:p>
      </dgm:t>
    </dgm:pt>
    <dgm:pt modelId="{6A73DC4E-D801-4CF4-ABC7-6323579BF1B1}" type="sibTrans" cxnId="{65C9451A-B49D-4F7E-93C2-021F77818147}">
      <dgm:prSet/>
      <dgm:spPr/>
      <dgm:t>
        <a:bodyPr/>
        <a:lstStyle/>
        <a:p>
          <a:endParaRPr lang="en-US"/>
        </a:p>
      </dgm:t>
    </dgm:pt>
    <dgm:pt modelId="{6E19F7C5-2F02-43F1-AF40-6FC267ACEE09}">
      <dgm:prSet/>
      <dgm:spPr/>
      <dgm:t>
        <a:bodyPr/>
        <a:lstStyle/>
        <a:p>
          <a:r>
            <a:rPr lang="zh-CN"/>
            <a:t>Might be optimized </a:t>
          </a:r>
          <a:r>
            <a:rPr lang="en-US"/>
            <a:t>by </a:t>
          </a:r>
          <a:r>
            <a:rPr lang="zh-CN"/>
            <a:t>focus</a:t>
          </a:r>
          <a:r>
            <a:rPr lang="en-US"/>
            <a:t>ing</a:t>
          </a:r>
          <a:r>
            <a:rPr lang="zh-CN"/>
            <a:t> on </a:t>
          </a:r>
          <a:r>
            <a:rPr lang="en-US"/>
            <a:t>approximate </a:t>
          </a:r>
          <a:r>
            <a:rPr lang="en-US" altLang="zh-CN">
              <a:latin typeface="Calibri Light" panose="020F0302020204030204"/>
            </a:rPr>
            <a:t>leverage</a:t>
          </a:r>
          <a:r>
            <a:rPr lang="zh-CN"/>
            <a:t> score computation</a:t>
          </a:r>
          <a:endParaRPr lang="en-US"/>
        </a:p>
      </dgm:t>
    </dgm:pt>
    <dgm:pt modelId="{7996D690-E0E1-45F8-A931-FA17804EEB54}" type="parTrans" cxnId="{D35D77AB-5D2D-4D6B-A832-35F093F59C58}">
      <dgm:prSet/>
      <dgm:spPr/>
      <dgm:t>
        <a:bodyPr/>
        <a:lstStyle/>
        <a:p>
          <a:endParaRPr lang="en-US"/>
        </a:p>
      </dgm:t>
    </dgm:pt>
    <dgm:pt modelId="{BEC9902E-CAFA-4EFD-B6BF-703F8BCD2727}" type="sibTrans" cxnId="{D35D77AB-5D2D-4D6B-A832-35F093F59C58}">
      <dgm:prSet/>
      <dgm:spPr/>
      <dgm:t>
        <a:bodyPr/>
        <a:lstStyle/>
        <a:p>
          <a:endParaRPr lang="en-US"/>
        </a:p>
      </dgm:t>
    </dgm:pt>
    <dgm:pt modelId="{F5F47BE9-1540-4D07-8CE5-B12D6BA80631}" type="pres">
      <dgm:prSet presAssocID="{BA478AF6-FAA9-4EDD-83C3-0AB89913B9B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6DBE321-4CE6-4FAA-B5BC-AA62B6591ACD}" type="pres">
      <dgm:prSet presAssocID="{F9A02BDE-551E-498C-9552-8A22B1FB5251}" presName="hierRoot1" presStyleCnt="0"/>
      <dgm:spPr/>
    </dgm:pt>
    <dgm:pt modelId="{C12D7F01-85FD-421D-9C84-746A1F8A2C63}" type="pres">
      <dgm:prSet presAssocID="{F9A02BDE-551E-498C-9552-8A22B1FB5251}" presName="composite" presStyleCnt="0"/>
      <dgm:spPr/>
    </dgm:pt>
    <dgm:pt modelId="{0F15239F-B92B-4F0C-BD38-6DABD93E6F93}" type="pres">
      <dgm:prSet presAssocID="{F9A02BDE-551E-498C-9552-8A22B1FB5251}" presName="background" presStyleLbl="node0" presStyleIdx="0" presStyleCnt="2"/>
      <dgm:spPr/>
    </dgm:pt>
    <dgm:pt modelId="{23382359-8418-4A66-9A8F-29460B6E32C5}" type="pres">
      <dgm:prSet presAssocID="{F9A02BDE-551E-498C-9552-8A22B1FB5251}" presName="text" presStyleLbl="fgAcc0" presStyleIdx="0" presStyleCnt="2">
        <dgm:presLayoutVars>
          <dgm:chPref val="3"/>
        </dgm:presLayoutVars>
      </dgm:prSet>
      <dgm:spPr/>
    </dgm:pt>
    <dgm:pt modelId="{9EC8A931-4137-4048-81CC-C219B8DE5CD0}" type="pres">
      <dgm:prSet presAssocID="{F9A02BDE-551E-498C-9552-8A22B1FB5251}" presName="hierChild2" presStyleCnt="0"/>
      <dgm:spPr/>
    </dgm:pt>
    <dgm:pt modelId="{28771B1A-04BB-4FF6-9A11-2837EC7F252E}" type="pres">
      <dgm:prSet presAssocID="{C9BFB6AB-49ED-4264-8857-99958260EE0C}" presName="Name10" presStyleLbl="parChTrans1D2" presStyleIdx="0" presStyleCnt="4"/>
      <dgm:spPr/>
    </dgm:pt>
    <dgm:pt modelId="{A1C075D0-5C08-4DF0-8E4E-8312DF1FE008}" type="pres">
      <dgm:prSet presAssocID="{3456BE04-C0EF-4215-934F-DDFDEA724BD4}" presName="hierRoot2" presStyleCnt="0"/>
      <dgm:spPr/>
    </dgm:pt>
    <dgm:pt modelId="{F504C933-EA35-4147-A980-281C138C85CB}" type="pres">
      <dgm:prSet presAssocID="{3456BE04-C0EF-4215-934F-DDFDEA724BD4}" presName="composite2" presStyleCnt="0"/>
      <dgm:spPr/>
    </dgm:pt>
    <dgm:pt modelId="{D642FDC7-C5AC-46B3-94FB-41D4EAEC045B}" type="pres">
      <dgm:prSet presAssocID="{3456BE04-C0EF-4215-934F-DDFDEA724BD4}" presName="background2" presStyleLbl="node2" presStyleIdx="0" presStyleCnt="4"/>
      <dgm:spPr/>
    </dgm:pt>
    <dgm:pt modelId="{D6E04405-F4FA-4DEC-86B9-062BDFC7C2D3}" type="pres">
      <dgm:prSet presAssocID="{3456BE04-C0EF-4215-934F-DDFDEA724BD4}" presName="text2" presStyleLbl="fgAcc2" presStyleIdx="0" presStyleCnt="4">
        <dgm:presLayoutVars>
          <dgm:chPref val="3"/>
        </dgm:presLayoutVars>
      </dgm:prSet>
      <dgm:spPr/>
    </dgm:pt>
    <dgm:pt modelId="{0DC4F526-9DA9-4A56-9187-A99E6B3729FF}" type="pres">
      <dgm:prSet presAssocID="{3456BE04-C0EF-4215-934F-DDFDEA724BD4}" presName="hierChild3" presStyleCnt="0"/>
      <dgm:spPr/>
    </dgm:pt>
    <dgm:pt modelId="{3665D7DC-54E9-468B-889C-1E9A2A67CA6F}" type="pres">
      <dgm:prSet presAssocID="{7A91548C-D1BA-466F-885C-8C6C453900C8}" presName="Name10" presStyleLbl="parChTrans1D2" presStyleIdx="1" presStyleCnt="4"/>
      <dgm:spPr/>
    </dgm:pt>
    <dgm:pt modelId="{2062B095-6DD0-403E-8B20-CFCAE3CDC812}" type="pres">
      <dgm:prSet presAssocID="{227523EB-6888-47EA-A49E-8C48DBEC1277}" presName="hierRoot2" presStyleCnt="0"/>
      <dgm:spPr/>
    </dgm:pt>
    <dgm:pt modelId="{850EB8B5-0819-4920-9040-7A8911AFB308}" type="pres">
      <dgm:prSet presAssocID="{227523EB-6888-47EA-A49E-8C48DBEC1277}" presName="composite2" presStyleCnt="0"/>
      <dgm:spPr/>
    </dgm:pt>
    <dgm:pt modelId="{EC01B767-B662-412F-AD11-D6F57AB0D047}" type="pres">
      <dgm:prSet presAssocID="{227523EB-6888-47EA-A49E-8C48DBEC1277}" presName="background2" presStyleLbl="node2" presStyleIdx="1" presStyleCnt="4"/>
      <dgm:spPr/>
    </dgm:pt>
    <dgm:pt modelId="{2589CB24-5A81-4CBA-8AA7-0DBACB7D1F39}" type="pres">
      <dgm:prSet presAssocID="{227523EB-6888-47EA-A49E-8C48DBEC1277}" presName="text2" presStyleLbl="fgAcc2" presStyleIdx="1" presStyleCnt="4">
        <dgm:presLayoutVars>
          <dgm:chPref val="3"/>
        </dgm:presLayoutVars>
      </dgm:prSet>
      <dgm:spPr/>
    </dgm:pt>
    <dgm:pt modelId="{55D1CB1C-B259-44C2-9AAE-6BAA78AE1FCE}" type="pres">
      <dgm:prSet presAssocID="{227523EB-6888-47EA-A49E-8C48DBEC1277}" presName="hierChild3" presStyleCnt="0"/>
      <dgm:spPr/>
    </dgm:pt>
    <dgm:pt modelId="{0F38F98D-E41F-48E5-B6FA-59017F9C615E}" type="pres">
      <dgm:prSet presAssocID="{654BC328-F232-4667-9260-98EFE7685E2E}" presName="hierRoot1" presStyleCnt="0"/>
      <dgm:spPr/>
    </dgm:pt>
    <dgm:pt modelId="{0BF9434D-BFA7-4B1C-9989-F03BA35EC94B}" type="pres">
      <dgm:prSet presAssocID="{654BC328-F232-4667-9260-98EFE7685E2E}" presName="composite" presStyleCnt="0"/>
      <dgm:spPr/>
    </dgm:pt>
    <dgm:pt modelId="{74435257-D482-4807-A2E2-125EBE361A09}" type="pres">
      <dgm:prSet presAssocID="{654BC328-F232-4667-9260-98EFE7685E2E}" presName="background" presStyleLbl="node0" presStyleIdx="1" presStyleCnt="2"/>
      <dgm:spPr/>
    </dgm:pt>
    <dgm:pt modelId="{F51E2658-3ABF-4FEE-96ED-C3BB88FABFBB}" type="pres">
      <dgm:prSet presAssocID="{654BC328-F232-4667-9260-98EFE7685E2E}" presName="text" presStyleLbl="fgAcc0" presStyleIdx="1" presStyleCnt="2">
        <dgm:presLayoutVars>
          <dgm:chPref val="3"/>
        </dgm:presLayoutVars>
      </dgm:prSet>
      <dgm:spPr/>
    </dgm:pt>
    <dgm:pt modelId="{92199EE7-D828-4BD4-AD53-5FA83F8562C0}" type="pres">
      <dgm:prSet presAssocID="{654BC328-F232-4667-9260-98EFE7685E2E}" presName="hierChild2" presStyleCnt="0"/>
      <dgm:spPr/>
    </dgm:pt>
    <dgm:pt modelId="{F789A394-5953-490C-A236-1ECE4EFE1975}" type="pres">
      <dgm:prSet presAssocID="{C944EB52-CCCE-4A9A-877C-C0306EE67557}" presName="Name10" presStyleLbl="parChTrans1D2" presStyleIdx="2" presStyleCnt="4"/>
      <dgm:spPr/>
    </dgm:pt>
    <dgm:pt modelId="{343D1F61-B8AE-4CC4-9421-55BA31CFC6B5}" type="pres">
      <dgm:prSet presAssocID="{7ADD18F8-EB0F-4E12-B935-6A6FAAD05FD4}" presName="hierRoot2" presStyleCnt="0"/>
      <dgm:spPr/>
    </dgm:pt>
    <dgm:pt modelId="{2C980F6A-6DE2-4CCA-BB77-54B2B8F5E73B}" type="pres">
      <dgm:prSet presAssocID="{7ADD18F8-EB0F-4E12-B935-6A6FAAD05FD4}" presName="composite2" presStyleCnt="0"/>
      <dgm:spPr/>
    </dgm:pt>
    <dgm:pt modelId="{DC779D6A-C2A5-42B4-9995-7F77215C14E9}" type="pres">
      <dgm:prSet presAssocID="{7ADD18F8-EB0F-4E12-B935-6A6FAAD05FD4}" presName="background2" presStyleLbl="node2" presStyleIdx="2" presStyleCnt="4"/>
      <dgm:spPr/>
    </dgm:pt>
    <dgm:pt modelId="{CAC97528-D7CD-4646-A535-3092E399B1EB}" type="pres">
      <dgm:prSet presAssocID="{7ADD18F8-EB0F-4E12-B935-6A6FAAD05FD4}" presName="text2" presStyleLbl="fgAcc2" presStyleIdx="2" presStyleCnt="4">
        <dgm:presLayoutVars>
          <dgm:chPref val="3"/>
        </dgm:presLayoutVars>
      </dgm:prSet>
      <dgm:spPr/>
    </dgm:pt>
    <dgm:pt modelId="{81E121C1-1F8B-4584-A59B-636928559E56}" type="pres">
      <dgm:prSet presAssocID="{7ADD18F8-EB0F-4E12-B935-6A6FAAD05FD4}" presName="hierChild3" presStyleCnt="0"/>
      <dgm:spPr/>
    </dgm:pt>
    <dgm:pt modelId="{6B4347EB-DCDE-4817-9106-FA53E2EEAD36}" type="pres">
      <dgm:prSet presAssocID="{7996D690-E0E1-45F8-A931-FA17804EEB54}" presName="Name10" presStyleLbl="parChTrans1D2" presStyleIdx="3" presStyleCnt="4"/>
      <dgm:spPr/>
    </dgm:pt>
    <dgm:pt modelId="{BD8AFB3F-AC98-4CCA-AAFD-D382C7F67008}" type="pres">
      <dgm:prSet presAssocID="{6E19F7C5-2F02-43F1-AF40-6FC267ACEE09}" presName="hierRoot2" presStyleCnt="0"/>
      <dgm:spPr/>
    </dgm:pt>
    <dgm:pt modelId="{E5346225-2476-4D5D-8DAD-8E087FE90AF4}" type="pres">
      <dgm:prSet presAssocID="{6E19F7C5-2F02-43F1-AF40-6FC267ACEE09}" presName="composite2" presStyleCnt="0"/>
      <dgm:spPr/>
    </dgm:pt>
    <dgm:pt modelId="{93F6B6CB-AB92-43DF-8648-DA707D9F9DC6}" type="pres">
      <dgm:prSet presAssocID="{6E19F7C5-2F02-43F1-AF40-6FC267ACEE09}" presName="background2" presStyleLbl="node2" presStyleIdx="3" presStyleCnt="4"/>
      <dgm:spPr/>
    </dgm:pt>
    <dgm:pt modelId="{E4AE337E-D793-4022-B6CA-B062EE2D3879}" type="pres">
      <dgm:prSet presAssocID="{6E19F7C5-2F02-43F1-AF40-6FC267ACEE09}" presName="text2" presStyleLbl="fgAcc2" presStyleIdx="3" presStyleCnt="4">
        <dgm:presLayoutVars>
          <dgm:chPref val="3"/>
        </dgm:presLayoutVars>
      </dgm:prSet>
      <dgm:spPr/>
    </dgm:pt>
    <dgm:pt modelId="{B76FCD9F-550C-4163-930A-90711C9F3EAF}" type="pres">
      <dgm:prSet presAssocID="{6E19F7C5-2F02-43F1-AF40-6FC267ACEE09}" presName="hierChild3" presStyleCnt="0"/>
      <dgm:spPr/>
    </dgm:pt>
  </dgm:ptLst>
  <dgm:cxnLst>
    <dgm:cxn modelId="{65C9451A-B49D-4F7E-93C2-021F77818147}" srcId="{654BC328-F232-4667-9260-98EFE7685E2E}" destId="{7ADD18F8-EB0F-4E12-B935-6A6FAAD05FD4}" srcOrd="0" destOrd="0" parTransId="{C944EB52-CCCE-4A9A-877C-C0306EE67557}" sibTransId="{6A73DC4E-D801-4CF4-ABC7-6323579BF1B1}"/>
    <dgm:cxn modelId="{F339772F-0F5A-4872-BBEA-549A4EA1D4C3}" type="presOf" srcId="{7996D690-E0E1-45F8-A931-FA17804EEB54}" destId="{6B4347EB-DCDE-4817-9106-FA53E2EEAD36}" srcOrd="0" destOrd="0" presId="urn:microsoft.com/office/officeart/2005/8/layout/hierarchy1"/>
    <dgm:cxn modelId="{79E1FB31-BC82-4BDC-B911-32FADCA4FC8F}" type="presOf" srcId="{6E19F7C5-2F02-43F1-AF40-6FC267ACEE09}" destId="{E4AE337E-D793-4022-B6CA-B062EE2D3879}" srcOrd="0" destOrd="0" presId="urn:microsoft.com/office/officeart/2005/8/layout/hierarchy1"/>
    <dgm:cxn modelId="{64E07A3A-B36E-4F5F-8863-E4C156ED3CDC}" type="presOf" srcId="{7A91548C-D1BA-466F-885C-8C6C453900C8}" destId="{3665D7DC-54E9-468B-889C-1E9A2A67CA6F}" srcOrd="0" destOrd="0" presId="urn:microsoft.com/office/officeart/2005/8/layout/hierarchy1"/>
    <dgm:cxn modelId="{CD726169-737F-4BFD-A2D1-5AAFC9CD11DE}" type="presOf" srcId="{7ADD18F8-EB0F-4E12-B935-6A6FAAD05FD4}" destId="{CAC97528-D7CD-4646-A535-3092E399B1EB}" srcOrd="0" destOrd="0" presId="urn:microsoft.com/office/officeart/2005/8/layout/hierarchy1"/>
    <dgm:cxn modelId="{3DF0BE59-0CE2-4AC9-B2D7-D3638E177E3D}" type="presOf" srcId="{227523EB-6888-47EA-A49E-8C48DBEC1277}" destId="{2589CB24-5A81-4CBA-8AA7-0DBACB7D1F39}" srcOrd="0" destOrd="0" presId="urn:microsoft.com/office/officeart/2005/8/layout/hierarchy1"/>
    <dgm:cxn modelId="{F6A69996-CBAE-4424-A591-94A382B03DC9}" srcId="{F9A02BDE-551E-498C-9552-8A22B1FB5251}" destId="{227523EB-6888-47EA-A49E-8C48DBEC1277}" srcOrd="1" destOrd="0" parTransId="{7A91548C-D1BA-466F-885C-8C6C453900C8}" sibTransId="{53900F2D-23C1-4BC9-BF56-37F8BE59999C}"/>
    <dgm:cxn modelId="{EBD1F99D-DFC5-47A1-A3B5-316F3D7D8EB4}" type="presOf" srcId="{F9A02BDE-551E-498C-9552-8A22B1FB5251}" destId="{23382359-8418-4A66-9A8F-29460B6E32C5}" srcOrd="0" destOrd="0" presId="urn:microsoft.com/office/officeart/2005/8/layout/hierarchy1"/>
    <dgm:cxn modelId="{D35D77AB-5D2D-4D6B-A832-35F093F59C58}" srcId="{654BC328-F232-4667-9260-98EFE7685E2E}" destId="{6E19F7C5-2F02-43F1-AF40-6FC267ACEE09}" srcOrd="1" destOrd="0" parTransId="{7996D690-E0E1-45F8-A931-FA17804EEB54}" sibTransId="{BEC9902E-CAFA-4EFD-B6BF-703F8BCD2727}"/>
    <dgm:cxn modelId="{4A3916BB-69CF-4FDB-A981-1FA587475752}" srcId="{F9A02BDE-551E-498C-9552-8A22B1FB5251}" destId="{3456BE04-C0EF-4215-934F-DDFDEA724BD4}" srcOrd="0" destOrd="0" parTransId="{C9BFB6AB-49ED-4264-8857-99958260EE0C}" sibTransId="{C9A5B5BC-6957-49A2-8772-38ACB44DBED5}"/>
    <dgm:cxn modelId="{7440BCBC-B582-4A87-9DB7-432796805B7A}" type="presOf" srcId="{3456BE04-C0EF-4215-934F-DDFDEA724BD4}" destId="{D6E04405-F4FA-4DEC-86B9-062BDFC7C2D3}" srcOrd="0" destOrd="0" presId="urn:microsoft.com/office/officeart/2005/8/layout/hierarchy1"/>
    <dgm:cxn modelId="{38E99FD8-FA53-4C57-B478-4A8916032B34}" srcId="{BA478AF6-FAA9-4EDD-83C3-0AB89913B9BF}" destId="{654BC328-F232-4667-9260-98EFE7685E2E}" srcOrd="1" destOrd="0" parTransId="{3169DF69-7534-4BAD-BFBF-3D223441B6F4}" sibTransId="{5B094DEC-34F8-42BC-B444-2073BE0AFE11}"/>
    <dgm:cxn modelId="{4B3A86E3-2E53-418E-B3FF-7C84A983BD72}" type="presOf" srcId="{BA478AF6-FAA9-4EDD-83C3-0AB89913B9BF}" destId="{F5F47BE9-1540-4D07-8CE5-B12D6BA80631}" srcOrd="0" destOrd="0" presId="urn:microsoft.com/office/officeart/2005/8/layout/hierarchy1"/>
    <dgm:cxn modelId="{769320EB-BA3C-41F9-8E39-6F505EF48843}" type="presOf" srcId="{C944EB52-CCCE-4A9A-877C-C0306EE67557}" destId="{F789A394-5953-490C-A236-1ECE4EFE1975}" srcOrd="0" destOrd="0" presId="urn:microsoft.com/office/officeart/2005/8/layout/hierarchy1"/>
    <dgm:cxn modelId="{21FC84EC-829A-4FF5-A0CE-36640233D424}" srcId="{BA478AF6-FAA9-4EDD-83C3-0AB89913B9BF}" destId="{F9A02BDE-551E-498C-9552-8A22B1FB5251}" srcOrd="0" destOrd="0" parTransId="{9F5DB1FA-1F0E-470E-A80D-93D6EA5B7618}" sibTransId="{16076EAE-3464-49A7-B439-156953558C9E}"/>
    <dgm:cxn modelId="{C7CF99EF-E8DB-40EC-AB39-B8927901BDF4}" type="presOf" srcId="{654BC328-F232-4667-9260-98EFE7685E2E}" destId="{F51E2658-3ABF-4FEE-96ED-C3BB88FABFBB}" srcOrd="0" destOrd="0" presId="urn:microsoft.com/office/officeart/2005/8/layout/hierarchy1"/>
    <dgm:cxn modelId="{53F521F0-4393-4BEE-AD9B-6719D9A5AC99}" type="presOf" srcId="{C9BFB6AB-49ED-4264-8857-99958260EE0C}" destId="{28771B1A-04BB-4FF6-9A11-2837EC7F252E}" srcOrd="0" destOrd="0" presId="urn:microsoft.com/office/officeart/2005/8/layout/hierarchy1"/>
    <dgm:cxn modelId="{D6231188-EEA1-4761-8551-7FA64660B0E1}" type="presParOf" srcId="{F5F47BE9-1540-4D07-8CE5-B12D6BA80631}" destId="{06DBE321-4CE6-4FAA-B5BC-AA62B6591ACD}" srcOrd="0" destOrd="0" presId="urn:microsoft.com/office/officeart/2005/8/layout/hierarchy1"/>
    <dgm:cxn modelId="{A53E004D-E54B-47F9-AB90-1E5A4FBADF9C}" type="presParOf" srcId="{06DBE321-4CE6-4FAA-B5BC-AA62B6591ACD}" destId="{C12D7F01-85FD-421D-9C84-746A1F8A2C63}" srcOrd="0" destOrd="0" presId="urn:microsoft.com/office/officeart/2005/8/layout/hierarchy1"/>
    <dgm:cxn modelId="{F2F86844-549B-4AA9-B7E1-479FAE356097}" type="presParOf" srcId="{C12D7F01-85FD-421D-9C84-746A1F8A2C63}" destId="{0F15239F-B92B-4F0C-BD38-6DABD93E6F93}" srcOrd="0" destOrd="0" presId="urn:microsoft.com/office/officeart/2005/8/layout/hierarchy1"/>
    <dgm:cxn modelId="{BD94EA27-98B1-4D21-8B52-A2A7A12E597F}" type="presParOf" srcId="{C12D7F01-85FD-421D-9C84-746A1F8A2C63}" destId="{23382359-8418-4A66-9A8F-29460B6E32C5}" srcOrd="1" destOrd="0" presId="urn:microsoft.com/office/officeart/2005/8/layout/hierarchy1"/>
    <dgm:cxn modelId="{05D928D4-89D4-429F-8E0A-92A0D125430B}" type="presParOf" srcId="{06DBE321-4CE6-4FAA-B5BC-AA62B6591ACD}" destId="{9EC8A931-4137-4048-81CC-C219B8DE5CD0}" srcOrd="1" destOrd="0" presId="urn:microsoft.com/office/officeart/2005/8/layout/hierarchy1"/>
    <dgm:cxn modelId="{23B60EBD-80F5-41F1-9723-6C91EEEC9D80}" type="presParOf" srcId="{9EC8A931-4137-4048-81CC-C219B8DE5CD0}" destId="{28771B1A-04BB-4FF6-9A11-2837EC7F252E}" srcOrd="0" destOrd="0" presId="urn:microsoft.com/office/officeart/2005/8/layout/hierarchy1"/>
    <dgm:cxn modelId="{B727BC19-7E49-48E3-B309-EBC8FF4A5F2F}" type="presParOf" srcId="{9EC8A931-4137-4048-81CC-C219B8DE5CD0}" destId="{A1C075D0-5C08-4DF0-8E4E-8312DF1FE008}" srcOrd="1" destOrd="0" presId="urn:microsoft.com/office/officeart/2005/8/layout/hierarchy1"/>
    <dgm:cxn modelId="{B4A6AC5D-B54F-42AE-B2D0-B2787B7EA3ED}" type="presParOf" srcId="{A1C075D0-5C08-4DF0-8E4E-8312DF1FE008}" destId="{F504C933-EA35-4147-A980-281C138C85CB}" srcOrd="0" destOrd="0" presId="urn:microsoft.com/office/officeart/2005/8/layout/hierarchy1"/>
    <dgm:cxn modelId="{039BD357-3ABF-40BD-A11C-70E6AC29C8F5}" type="presParOf" srcId="{F504C933-EA35-4147-A980-281C138C85CB}" destId="{D642FDC7-C5AC-46B3-94FB-41D4EAEC045B}" srcOrd="0" destOrd="0" presId="urn:microsoft.com/office/officeart/2005/8/layout/hierarchy1"/>
    <dgm:cxn modelId="{534B6658-E766-4FD8-8337-AFAD55AE047E}" type="presParOf" srcId="{F504C933-EA35-4147-A980-281C138C85CB}" destId="{D6E04405-F4FA-4DEC-86B9-062BDFC7C2D3}" srcOrd="1" destOrd="0" presId="urn:microsoft.com/office/officeart/2005/8/layout/hierarchy1"/>
    <dgm:cxn modelId="{AA1C97F4-9CBB-42C5-957A-B45E7B558825}" type="presParOf" srcId="{A1C075D0-5C08-4DF0-8E4E-8312DF1FE008}" destId="{0DC4F526-9DA9-4A56-9187-A99E6B3729FF}" srcOrd="1" destOrd="0" presId="urn:microsoft.com/office/officeart/2005/8/layout/hierarchy1"/>
    <dgm:cxn modelId="{91294D3D-013A-4918-8A28-3CECF45B768C}" type="presParOf" srcId="{9EC8A931-4137-4048-81CC-C219B8DE5CD0}" destId="{3665D7DC-54E9-468B-889C-1E9A2A67CA6F}" srcOrd="2" destOrd="0" presId="urn:microsoft.com/office/officeart/2005/8/layout/hierarchy1"/>
    <dgm:cxn modelId="{E3773AE1-BA8A-4E50-8239-85BC6CB2E081}" type="presParOf" srcId="{9EC8A931-4137-4048-81CC-C219B8DE5CD0}" destId="{2062B095-6DD0-403E-8B20-CFCAE3CDC812}" srcOrd="3" destOrd="0" presId="urn:microsoft.com/office/officeart/2005/8/layout/hierarchy1"/>
    <dgm:cxn modelId="{BF139FA9-74E4-4F72-AE87-C20418870807}" type="presParOf" srcId="{2062B095-6DD0-403E-8B20-CFCAE3CDC812}" destId="{850EB8B5-0819-4920-9040-7A8911AFB308}" srcOrd="0" destOrd="0" presId="urn:microsoft.com/office/officeart/2005/8/layout/hierarchy1"/>
    <dgm:cxn modelId="{09130E3B-EDF7-4288-BB7C-B2CE89CE95A5}" type="presParOf" srcId="{850EB8B5-0819-4920-9040-7A8911AFB308}" destId="{EC01B767-B662-412F-AD11-D6F57AB0D047}" srcOrd="0" destOrd="0" presId="urn:microsoft.com/office/officeart/2005/8/layout/hierarchy1"/>
    <dgm:cxn modelId="{D0D3C08A-9718-41D0-A82B-5EC538F9489F}" type="presParOf" srcId="{850EB8B5-0819-4920-9040-7A8911AFB308}" destId="{2589CB24-5A81-4CBA-8AA7-0DBACB7D1F39}" srcOrd="1" destOrd="0" presId="urn:microsoft.com/office/officeart/2005/8/layout/hierarchy1"/>
    <dgm:cxn modelId="{230298BA-45D4-4916-9E24-918EC8A9D05F}" type="presParOf" srcId="{2062B095-6DD0-403E-8B20-CFCAE3CDC812}" destId="{55D1CB1C-B259-44C2-9AAE-6BAA78AE1FCE}" srcOrd="1" destOrd="0" presId="urn:microsoft.com/office/officeart/2005/8/layout/hierarchy1"/>
    <dgm:cxn modelId="{607E483A-7FE4-4199-82CD-5898A9AD7A5C}" type="presParOf" srcId="{F5F47BE9-1540-4D07-8CE5-B12D6BA80631}" destId="{0F38F98D-E41F-48E5-B6FA-59017F9C615E}" srcOrd="1" destOrd="0" presId="urn:microsoft.com/office/officeart/2005/8/layout/hierarchy1"/>
    <dgm:cxn modelId="{6B9B2B72-6941-438F-9943-4C85B0388BDE}" type="presParOf" srcId="{0F38F98D-E41F-48E5-B6FA-59017F9C615E}" destId="{0BF9434D-BFA7-4B1C-9989-F03BA35EC94B}" srcOrd="0" destOrd="0" presId="urn:microsoft.com/office/officeart/2005/8/layout/hierarchy1"/>
    <dgm:cxn modelId="{09C6292E-7E06-4965-9A2D-710BB8DAE4A6}" type="presParOf" srcId="{0BF9434D-BFA7-4B1C-9989-F03BA35EC94B}" destId="{74435257-D482-4807-A2E2-125EBE361A09}" srcOrd="0" destOrd="0" presId="urn:microsoft.com/office/officeart/2005/8/layout/hierarchy1"/>
    <dgm:cxn modelId="{D490777B-04C6-4B63-AF9E-3DA089282647}" type="presParOf" srcId="{0BF9434D-BFA7-4B1C-9989-F03BA35EC94B}" destId="{F51E2658-3ABF-4FEE-96ED-C3BB88FABFBB}" srcOrd="1" destOrd="0" presId="urn:microsoft.com/office/officeart/2005/8/layout/hierarchy1"/>
    <dgm:cxn modelId="{4FD39CDB-9155-4E78-A051-8469D63BEC35}" type="presParOf" srcId="{0F38F98D-E41F-48E5-B6FA-59017F9C615E}" destId="{92199EE7-D828-4BD4-AD53-5FA83F8562C0}" srcOrd="1" destOrd="0" presId="urn:microsoft.com/office/officeart/2005/8/layout/hierarchy1"/>
    <dgm:cxn modelId="{C6671985-088D-4C23-836F-472AE05D2389}" type="presParOf" srcId="{92199EE7-D828-4BD4-AD53-5FA83F8562C0}" destId="{F789A394-5953-490C-A236-1ECE4EFE1975}" srcOrd="0" destOrd="0" presId="urn:microsoft.com/office/officeart/2005/8/layout/hierarchy1"/>
    <dgm:cxn modelId="{0D07F717-3E4D-4698-AF22-6FAECD1EA883}" type="presParOf" srcId="{92199EE7-D828-4BD4-AD53-5FA83F8562C0}" destId="{343D1F61-B8AE-4CC4-9421-55BA31CFC6B5}" srcOrd="1" destOrd="0" presId="urn:microsoft.com/office/officeart/2005/8/layout/hierarchy1"/>
    <dgm:cxn modelId="{9E445E15-2BA2-445D-A1C0-4384D2CF8BEA}" type="presParOf" srcId="{343D1F61-B8AE-4CC4-9421-55BA31CFC6B5}" destId="{2C980F6A-6DE2-4CCA-BB77-54B2B8F5E73B}" srcOrd="0" destOrd="0" presId="urn:microsoft.com/office/officeart/2005/8/layout/hierarchy1"/>
    <dgm:cxn modelId="{32B3B8EF-8004-4840-AF43-60010451FB5C}" type="presParOf" srcId="{2C980F6A-6DE2-4CCA-BB77-54B2B8F5E73B}" destId="{DC779D6A-C2A5-42B4-9995-7F77215C14E9}" srcOrd="0" destOrd="0" presId="urn:microsoft.com/office/officeart/2005/8/layout/hierarchy1"/>
    <dgm:cxn modelId="{A2C97858-B4AC-4677-8417-2883BA7AF9AB}" type="presParOf" srcId="{2C980F6A-6DE2-4CCA-BB77-54B2B8F5E73B}" destId="{CAC97528-D7CD-4646-A535-3092E399B1EB}" srcOrd="1" destOrd="0" presId="urn:microsoft.com/office/officeart/2005/8/layout/hierarchy1"/>
    <dgm:cxn modelId="{A06239CD-E887-45CC-9711-4E6B8C05B2F0}" type="presParOf" srcId="{343D1F61-B8AE-4CC4-9421-55BA31CFC6B5}" destId="{81E121C1-1F8B-4584-A59B-636928559E56}" srcOrd="1" destOrd="0" presId="urn:microsoft.com/office/officeart/2005/8/layout/hierarchy1"/>
    <dgm:cxn modelId="{96EC35FB-725A-4309-8BA3-34C95BFBC985}" type="presParOf" srcId="{92199EE7-D828-4BD4-AD53-5FA83F8562C0}" destId="{6B4347EB-DCDE-4817-9106-FA53E2EEAD36}" srcOrd="2" destOrd="0" presId="urn:microsoft.com/office/officeart/2005/8/layout/hierarchy1"/>
    <dgm:cxn modelId="{65930475-8C9C-46A4-ACC8-BEB0EC772C71}" type="presParOf" srcId="{92199EE7-D828-4BD4-AD53-5FA83F8562C0}" destId="{BD8AFB3F-AC98-4CCA-AAFD-D382C7F67008}" srcOrd="3" destOrd="0" presId="urn:microsoft.com/office/officeart/2005/8/layout/hierarchy1"/>
    <dgm:cxn modelId="{4C955535-CC63-4E04-8EB3-B1BAFEE8F041}" type="presParOf" srcId="{BD8AFB3F-AC98-4CCA-AAFD-D382C7F67008}" destId="{E5346225-2476-4D5D-8DAD-8E087FE90AF4}" srcOrd="0" destOrd="0" presId="urn:microsoft.com/office/officeart/2005/8/layout/hierarchy1"/>
    <dgm:cxn modelId="{DCFB2B1A-CAA9-4233-BF91-851571592B12}" type="presParOf" srcId="{E5346225-2476-4D5D-8DAD-8E087FE90AF4}" destId="{93F6B6CB-AB92-43DF-8648-DA707D9F9DC6}" srcOrd="0" destOrd="0" presId="urn:microsoft.com/office/officeart/2005/8/layout/hierarchy1"/>
    <dgm:cxn modelId="{48495B4A-9E98-4532-A814-B0BC8CA3B38C}" type="presParOf" srcId="{E5346225-2476-4D5D-8DAD-8E087FE90AF4}" destId="{E4AE337E-D793-4022-B6CA-B062EE2D3879}" srcOrd="1" destOrd="0" presId="urn:microsoft.com/office/officeart/2005/8/layout/hierarchy1"/>
    <dgm:cxn modelId="{556AD765-916B-48DE-8328-59400BADC48F}" type="presParOf" srcId="{BD8AFB3F-AC98-4CCA-AAFD-D382C7F67008}" destId="{B76FCD9F-550C-4163-930A-90711C9F3EA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AF8A81-0C45-44C3-835A-F23831630CD4}">
      <dsp:nvSpPr>
        <dsp:cNvPr id="0" name=""/>
        <dsp:cNvSpPr/>
      </dsp:nvSpPr>
      <dsp:spPr>
        <a:xfrm>
          <a:off x="913472" y="417720"/>
          <a:ext cx="1261526" cy="126152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B7DDBB-F2A9-4B13-A13C-9AAA8FF5E186}">
      <dsp:nvSpPr>
        <dsp:cNvPr id="0" name=""/>
        <dsp:cNvSpPr/>
      </dsp:nvSpPr>
      <dsp:spPr>
        <a:xfrm>
          <a:off x="1182322" y="686570"/>
          <a:ext cx="723826" cy="7238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7B490A-E509-42C5-B173-558CF380B3D0}">
      <dsp:nvSpPr>
        <dsp:cNvPr id="0" name=""/>
        <dsp:cNvSpPr/>
      </dsp:nvSpPr>
      <dsp:spPr>
        <a:xfrm>
          <a:off x="510197" y="2072181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CN" sz="2200" kern="1200"/>
            <a:t>1 - MOTIVATION</a:t>
          </a:r>
          <a:endParaRPr lang="en-US" sz="2200" kern="1200"/>
        </a:p>
      </dsp:txBody>
      <dsp:txXfrm>
        <a:off x="510197" y="2072181"/>
        <a:ext cx="2068076" cy="720000"/>
      </dsp:txXfrm>
    </dsp:sp>
    <dsp:sp modelId="{6A96338B-83D8-4DDE-965E-DF42AEE99F8C}">
      <dsp:nvSpPr>
        <dsp:cNvPr id="0" name=""/>
        <dsp:cNvSpPr/>
      </dsp:nvSpPr>
      <dsp:spPr>
        <a:xfrm>
          <a:off x="3343461" y="417720"/>
          <a:ext cx="1261526" cy="126152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F4AD34-1B7D-41B7-BCBC-F3BCF7A12837}">
      <dsp:nvSpPr>
        <dsp:cNvPr id="0" name=""/>
        <dsp:cNvSpPr/>
      </dsp:nvSpPr>
      <dsp:spPr>
        <a:xfrm>
          <a:off x="3612311" y="686570"/>
          <a:ext cx="723826" cy="7238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DEBB8E-AD37-4B71-8D75-C39CCDE15D60}">
      <dsp:nvSpPr>
        <dsp:cNvPr id="0" name=""/>
        <dsp:cNvSpPr/>
      </dsp:nvSpPr>
      <dsp:spPr>
        <a:xfrm>
          <a:off x="2940187" y="2072181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altLang="zh-CN" sz="2200" b="1" kern="1200">
              <a:latin typeface="Calibri Light" panose="020F0302020204030204"/>
            </a:rPr>
            <a:t>2- IMPLEMENTATION</a:t>
          </a:r>
          <a:endParaRPr lang="en-US" sz="2200" b="1" kern="1200"/>
        </a:p>
      </dsp:txBody>
      <dsp:txXfrm>
        <a:off x="2940187" y="2072181"/>
        <a:ext cx="2068076" cy="720000"/>
      </dsp:txXfrm>
    </dsp:sp>
    <dsp:sp modelId="{4E820C37-D461-4A6D-958A-38BB5D419477}">
      <dsp:nvSpPr>
        <dsp:cNvPr id="0" name=""/>
        <dsp:cNvSpPr/>
      </dsp:nvSpPr>
      <dsp:spPr>
        <a:xfrm>
          <a:off x="5773451" y="417720"/>
          <a:ext cx="1261526" cy="126152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6BB76E-EB1A-495C-827A-3510E405A465}">
      <dsp:nvSpPr>
        <dsp:cNvPr id="0" name=""/>
        <dsp:cNvSpPr/>
      </dsp:nvSpPr>
      <dsp:spPr>
        <a:xfrm>
          <a:off x="6042301" y="686570"/>
          <a:ext cx="723826" cy="7238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CCCBC3-71AE-4FBA-ADBE-93FD59AB3C37}">
      <dsp:nvSpPr>
        <dsp:cNvPr id="0" name=""/>
        <dsp:cNvSpPr/>
      </dsp:nvSpPr>
      <dsp:spPr>
        <a:xfrm>
          <a:off x="5370176" y="2072181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CN" sz="2200" kern="1200"/>
            <a:t>3</a:t>
          </a:r>
          <a:r>
            <a:rPr lang="fr-FR" sz="2200" kern="1200"/>
            <a:t>-</a:t>
          </a:r>
          <a:r>
            <a:rPr lang="zh-CN" sz="2200" kern="1200"/>
            <a:t> EVALUATION AND RESULTS</a:t>
          </a:r>
          <a:endParaRPr lang="en-US" sz="2200" kern="1200"/>
        </a:p>
      </dsp:txBody>
      <dsp:txXfrm>
        <a:off x="5370176" y="2072181"/>
        <a:ext cx="2068076" cy="720000"/>
      </dsp:txXfrm>
    </dsp:sp>
    <dsp:sp modelId="{FAFB2736-736D-47D2-BD3E-07B0D46DA302}">
      <dsp:nvSpPr>
        <dsp:cNvPr id="0" name=""/>
        <dsp:cNvSpPr/>
      </dsp:nvSpPr>
      <dsp:spPr>
        <a:xfrm>
          <a:off x="8203441" y="417720"/>
          <a:ext cx="1261526" cy="126152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A0A31D-D6D4-4EC3-89A5-B60941E3709E}">
      <dsp:nvSpPr>
        <dsp:cNvPr id="0" name=""/>
        <dsp:cNvSpPr/>
      </dsp:nvSpPr>
      <dsp:spPr>
        <a:xfrm>
          <a:off x="8472291" y="686570"/>
          <a:ext cx="723826" cy="7238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DEBA1F-FB45-4040-8779-0D72A4BAB848}">
      <dsp:nvSpPr>
        <dsp:cNvPr id="0" name=""/>
        <dsp:cNvSpPr/>
      </dsp:nvSpPr>
      <dsp:spPr>
        <a:xfrm>
          <a:off x="7800166" y="2072181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2200" kern="1200"/>
            <a:t>4-</a:t>
          </a:r>
          <a:r>
            <a:rPr lang="zh-CN" sz="2200" kern="1200"/>
            <a:t> DISCUSSION AND DEMO</a:t>
          </a:r>
          <a:endParaRPr lang="en-US" sz="2200" kern="1200"/>
        </a:p>
      </dsp:txBody>
      <dsp:txXfrm>
        <a:off x="7800166" y="2072181"/>
        <a:ext cx="2068076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806665-F5AC-4D58-977C-87AFC72A9A63}">
      <dsp:nvSpPr>
        <dsp:cNvPr id="0" name=""/>
        <dsp:cNvSpPr/>
      </dsp:nvSpPr>
      <dsp:spPr>
        <a:xfrm>
          <a:off x="0" y="0"/>
          <a:ext cx="8938260" cy="130540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>
              <a:latin typeface="Calibri Light" panose="020F0302020204030204"/>
            </a:rPr>
            <a:t>1. SVD</a:t>
          </a:r>
          <a:r>
            <a:rPr lang="fr-FR" sz="2500" kern="1200"/>
            <a:t> : The gold standard for low-rank approximation</a:t>
          </a:r>
          <a:endParaRPr lang="en-US" sz="2500" kern="1200"/>
        </a:p>
      </dsp:txBody>
      <dsp:txXfrm>
        <a:off x="38234" y="38234"/>
        <a:ext cx="7529629" cy="1228933"/>
      </dsp:txXfrm>
    </dsp:sp>
    <dsp:sp modelId="{63FAD572-B45F-46B5-8C59-3CE15618DED5}">
      <dsp:nvSpPr>
        <dsp:cNvPr id="0" name=""/>
        <dsp:cNvSpPr/>
      </dsp:nvSpPr>
      <dsp:spPr>
        <a:xfrm>
          <a:off x="788669" y="1522968"/>
          <a:ext cx="8938260" cy="1305401"/>
        </a:xfrm>
        <a:prstGeom prst="roundRect">
          <a:avLst>
            <a:gd name="adj" fmla="val 1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2.  NMF : Useful for parts-based representation and interpretability (requiring non-negative constraints)</a:t>
          </a:r>
          <a:endParaRPr lang="en-US" sz="2500" kern="1200"/>
        </a:p>
      </dsp:txBody>
      <dsp:txXfrm>
        <a:off x="826903" y="1561202"/>
        <a:ext cx="7224611" cy="1228933"/>
      </dsp:txXfrm>
    </dsp:sp>
    <dsp:sp modelId="{7B293425-F5A6-41A0-A2E8-2458B4319158}">
      <dsp:nvSpPr>
        <dsp:cNvPr id="0" name=""/>
        <dsp:cNvSpPr/>
      </dsp:nvSpPr>
      <dsp:spPr>
        <a:xfrm>
          <a:off x="1577339" y="3045936"/>
          <a:ext cx="8938260" cy="1305401"/>
        </a:xfrm>
        <a:prstGeom prst="roundRect">
          <a:avLst>
            <a:gd name="adj" fmla="val 1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3. CUR : Provides interpretability by selecting actual columns and rows from the data</a:t>
          </a:r>
          <a:endParaRPr lang="en-US" sz="2500" kern="1200"/>
        </a:p>
      </dsp:txBody>
      <dsp:txXfrm>
        <a:off x="1615573" y="3084170"/>
        <a:ext cx="7224611" cy="1228933"/>
      </dsp:txXfrm>
    </dsp:sp>
    <dsp:sp modelId="{10D64D5E-7CAB-4237-A763-474FA1E2A429}">
      <dsp:nvSpPr>
        <dsp:cNvPr id="0" name=""/>
        <dsp:cNvSpPr/>
      </dsp:nvSpPr>
      <dsp:spPr>
        <a:xfrm>
          <a:off x="8089749" y="989929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280664" y="989929"/>
        <a:ext cx="466680" cy="638504"/>
      </dsp:txXfrm>
    </dsp:sp>
    <dsp:sp modelId="{5D91A050-FD42-423C-8049-94575F044687}">
      <dsp:nvSpPr>
        <dsp:cNvPr id="0" name=""/>
        <dsp:cNvSpPr/>
      </dsp:nvSpPr>
      <dsp:spPr>
        <a:xfrm>
          <a:off x="8878419" y="2504195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6739762"/>
            <a:satOff val="-22832"/>
            <a:lumOff val="-292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069334" y="2504195"/>
        <a:ext cx="466680" cy="6385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1554E6-D039-4171-B7F2-FBC6F4D52E24}">
      <dsp:nvSpPr>
        <dsp:cNvPr id="0" name=""/>
        <dsp:cNvSpPr/>
      </dsp:nvSpPr>
      <dsp:spPr>
        <a:xfrm>
          <a:off x="0" y="511"/>
          <a:ext cx="10927829" cy="119765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DE1086-9E13-4A15-90AC-26359C349B50}">
      <dsp:nvSpPr>
        <dsp:cNvPr id="0" name=""/>
        <dsp:cNvSpPr/>
      </dsp:nvSpPr>
      <dsp:spPr>
        <a:xfrm>
          <a:off x="362289" y="269983"/>
          <a:ext cx="658708" cy="6587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957525-5B15-4AD2-AECA-875B236BAEE0}">
      <dsp:nvSpPr>
        <dsp:cNvPr id="0" name=""/>
        <dsp:cNvSpPr/>
      </dsp:nvSpPr>
      <dsp:spPr>
        <a:xfrm>
          <a:off x="1383287" y="511"/>
          <a:ext cx="4917523" cy="1197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51" tIns="126751" rIns="126751" bIns="12675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500" kern="1200"/>
            <a:t>MovieLens</a:t>
          </a:r>
          <a:endParaRPr lang="en-US" sz="2500" kern="1200"/>
        </a:p>
      </dsp:txBody>
      <dsp:txXfrm>
        <a:off x="1383287" y="511"/>
        <a:ext cx="4917523" cy="1197651"/>
      </dsp:txXfrm>
    </dsp:sp>
    <dsp:sp modelId="{A8B3B0BA-36BC-4683-AAA0-1E832CB1A62E}">
      <dsp:nvSpPr>
        <dsp:cNvPr id="0" name=""/>
        <dsp:cNvSpPr/>
      </dsp:nvSpPr>
      <dsp:spPr>
        <a:xfrm>
          <a:off x="6300810" y="511"/>
          <a:ext cx="4627018" cy="1197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51" tIns="126751" rIns="126751" bIns="126751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500" kern="1200"/>
            <a:t>A subset with top 200 users × 300 movies</a:t>
          </a:r>
          <a:endParaRPr lang="en-US" sz="1500" kern="120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500" kern="1200"/>
            <a:t>Highly Sparse with &gt;70% zeros</a:t>
          </a:r>
          <a:endParaRPr lang="en-US" sz="1500" kern="1200"/>
        </a:p>
      </dsp:txBody>
      <dsp:txXfrm>
        <a:off x="6300810" y="511"/>
        <a:ext cx="4627018" cy="1197651"/>
      </dsp:txXfrm>
    </dsp:sp>
    <dsp:sp modelId="{BCE0EB3B-004C-45B3-9A06-797CC6CE5FCD}">
      <dsp:nvSpPr>
        <dsp:cNvPr id="0" name=""/>
        <dsp:cNvSpPr/>
      </dsp:nvSpPr>
      <dsp:spPr>
        <a:xfrm>
          <a:off x="0" y="1497576"/>
          <a:ext cx="10927829" cy="119765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B54614-4716-4111-A809-38C86E823365}">
      <dsp:nvSpPr>
        <dsp:cNvPr id="0" name=""/>
        <dsp:cNvSpPr/>
      </dsp:nvSpPr>
      <dsp:spPr>
        <a:xfrm>
          <a:off x="362289" y="1767048"/>
          <a:ext cx="658708" cy="6587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630C99-6B79-45C3-B2C3-6388CE761EBB}">
      <dsp:nvSpPr>
        <dsp:cNvPr id="0" name=""/>
        <dsp:cNvSpPr/>
      </dsp:nvSpPr>
      <dsp:spPr>
        <a:xfrm>
          <a:off x="1383287" y="1497576"/>
          <a:ext cx="4917523" cy="1197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51" tIns="126751" rIns="126751" bIns="12675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500" kern="1200"/>
            <a:t>Volcano Topography</a:t>
          </a:r>
          <a:endParaRPr lang="en-US" sz="2500" kern="1200"/>
        </a:p>
      </dsp:txBody>
      <dsp:txXfrm>
        <a:off x="1383287" y="1497576"/>
        <a:ext cx="4917523" cy="1197651"/>
      </dsp:txXfrm>
    </dsp:sp>
    <dsp:sp modelId="{EC2A7DD6-FB9F-4C97-828E-0604A62C781F}">
      <dsp:nvSpPr>
        <dsp:cNvPr id="0" name=""/>
        <dsp:cNvSpPr/>
      </dsp:nvSpPr>
      <dsp:spPr>
        <a:xfrm>
          <a:off x="6300810" y="1497576"/>
          <a:ext cx="4627018" cy="1197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51" tIns="126751" rIns="126751" bIns="126751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500" kern="1200"/>
            <a:t>A 87×61 matrix representing the elevation of a volcano</a:t>
          </a:r>
          <a:endParaRPr lang="en-US" sz="1500" kern="120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500" kern="1200"/>
            <a:t>Dense, Non-negative with high spatial correlation</a:t>
          </a:r>
          <a:endParaRPr lang="en-US" sz="1500" kern="1200"/>
        </a:p>
      </dsp:txBody>
      <dsp:txXfrm>
        <a:off x="6300810" y="1497576"/>
        <a:ext cx="4627018" cy="1197651"/>
      </dsp:txXfrm>
    </dsp:sp>
    <dsp:sp modelId="{E06A8AED-39C7-46BD-934B-4C6A8E9301F7}">
      <dsp:nvSpPr>
        <dsp:cNvPr id="0" name=""/>
        <dsp:cNvSpPr/>
      </dsp:nvSpPr>
      <dsp:spPr>
        <a:xfrm>
          <a:off x="0" y="2994641"/>
          <a:ext cx="10927829" cy="119765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84AAB8-1ABA-491D-B1AE-1352211A92E0}">
      <dsp:nvSpPr>
        <dsp:cNvPr id="0" name=""/>
        <dsp:cNvSpPr/>
      </dsp:nvSpPr>
      <dsp:spPr>
        <a:xfrm>
          <a:off x="362289" y="3264113"/>
          <a:ext cx="658708" cy="65870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3C2822-4CF1-4552-BF52-135C48642BE0}">
      <dsp:nvSpPr>
        <dsp:cNvPr id="0" name=""/>
        <dsp:cNvSpPr/>
      </dsp:nvSpPr>
      <dsp:spPr>
        <a:xfrm>
          <a:off x="1383287" y="2994641"/>
          <a:ext cx="4917523" cy="1197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51" tIns="126751" rIns="126751" bIns="12675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500" kern="1200"/>
            <a:t>Synthetic Matrix</a:t>
          </a:r>
          <a:endParaRPr lang="en-US" sz="2500" kern="1200"/>
        </a:p>
      </dsp:txBody>
      <dsp:txXfrm>
        <a:off x="1383287" y="2994641"/>
        <a:ext cx="4917523" cy="1197651"/>
      </dsp:txXfrm>
    </dsp:sp>
    <dsp:sp modelId="{CD27E0A1-243D-4BB9-A0A1-DBCF2460DD22}">
      <dsp:nvSpPr>
        <dsp:cNvPr id="0" name=""/>
        <dsp:cNvSpPr/>
      </dsp:nvSpPr>
      <dsp:spPr>
        <a:xfrm>
          <a:off x="6300810" y="2994641"/>
          <a:ext cx="4627018" cy="1197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51" tIns="126751" rIns="126751" bIns="126751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500" kern="1200"/>
            <a:t>2000×2000 with rank = 50 to simulate large scale data</a:t>
          </a:r>
          <a:endParaRPr lang="en-US" sz="1500" kern="120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500" kern="1200"/>
            <a:t>Gauss noise added to simulate real-world measurements</a:t>
          </a:r>
          <a:endParaRPr lang="en-US" sz="1500" kern="1200"/>
        </a:p>
      </dsp:txBody>
      <dsp:txXfrm>
        <a:off x="6300810" y="2994641"/>
        <a:ext cx="4627018" cy="119765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14F727-37F8-4C30-A4E4-05360CB0F8EE}">
      <dsp:nvSpPr>
        <dsp:cNvPr id="0" name=""/>
        <dsp:cNvSpPr/>
      </dsp:nvSpPr>
      <dsp:spPr>
        <a:xfrm>
          <a:off x="1061437" y="132095"/>
          <a:ext cx="1141382" cy="11413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784EDC-85A6-42F8-8753-5E8E0D91E777}">
      <dsp:nvSpPr>
        <dsp:cNvPr id="0" name=""/>
        <dsp:cNvSpPr/>
      </dsp:nvSpPr>
      <dsp:spPr>
        <a:xfrm>
          <a:off x="1582" y="1442408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zh-CN" sz="2500" kern="1200"/>
            <a:t>Deterministic SVD </a:t>
          </a:r>
          <a:endParaRPr lang="en-US" sz="2500" kern="1200"/>
        </a:p>
      </dsp:txBody>
      <dsp:txXfrm>
        <a:off x="1582" y="1442408"/>
        <a:ext cx="3261093" cy="489164"/>
      </dsp:txXfrm>
    </dsp:sp>
    <dsp:sp modelId="{570209D8-72A3-41DA-BDF4-8E518CA2EF3D}">
      <dsp:nvSpPr>
        <dsp:cNvPr id="0" name=""/>
        <dsp:cNvSpPr/>
      </dsp:nvSpPr>
      <dsp:spPr>
        <a:xfrm>
          <a:off x="1582" y="2010144"/>
          <a:ext cx="3261093" cy="20505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700" kern="1200"/>
            <a:t>Mathematically optimal solution with time complexity O</a:t>
          </a:r>
          <a:r>
            <a:rPr lang="en-US" sz="1700" kern="1200"/>
            <a:t>(mn^2)</a:t>
          </a:r>
        </a:p>
      </dsp:txBody>
      <dsp:txXfrm>
        <a:off x="1582" y="2010144"/>
        <a:ext cx="3261093" cy="2050565"/>
      </dsp:txXfrm>
    </dsp:sp>
    <dsp:sp modelId="{6CD45D65-B95B-4F6B-AC45-35B043BD8CED}">
      <dsp:nvSpPr>
        <dsp:cNvPr id="0" name=""/>
        <dsp:cNvSpPr/>
      </dsp:nvSpPr>
      <dsp:spPr>
        <a:xfrm>
          <a:off x="4893223" y="132095"/>
          <a:ext cx="1141382" cy="11413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7C5347-EC7D-4D6D-919B-AE3FFFC80642}">
      <dsp:nvSpPr>
        <dsp:cNvPr id="0" name=""/>
        <dsp:cNvSpPr/>
      </dsp:nvSpPr>
      <dsp:spPr>
        <a:xfrm>
          <a:off x="3833367" y="1442408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zh-CN" sz="2500" kern="1200"/>
            <a:t>Randomized SVD</a:t>
          </a:r>
          <a:endParaRPr lang="en-US" sz="2500" kern="1200"/>
        </a:p>
      </dsp:txBody>
      <dsp:txXfrm>
        <a:off x="3833367" y="1442408"/>
        <a:ext cx="3261093" cy="489164"/>
      </dsp:txXfrm>
    </dsp:sp>
    <dsp:sp modelId="{228F980A-A99A-450A-8306-9734D6F8F82A}">
      <dsp:nvSpPr>
        <dsp:cNvPr id="0" name=""/>
        <dsp:cNvSpPr/>
      </dsp:nvSpPr>
      <dsp:spPr>
        <a:xfrm>
          <a:off x="3833367" y="2010144"/>
          <a:ext cx="3261093" cy="20505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700" kern="1200"/>
            <a:t>Random projection &amp; Dimensionality reduction with O(mnk)</a:t>
          </a:r>
          <a:endParaRPr lang="en-US" sz="1700" kern="1200"/>
        </a:p>
      </dsp:txBody>
      <dsp:txXfrm>
        <a:off x="3833367" y="2010144"/>
        <a:ext cx="3261093" cy="2050565"/>
      </dsp:txXfrm>
    </dsp:sp>
    <dsp:sp modelId="{A9986CD2-14E7-4945-869E-22FA7E74F223}">
      <dsp:nvSpPr>
        <dsp:cNvPr id="0" name=""/>
        <dsp:cNvSpPr/>
      </dsp:nvSpPr>
      <dsp:spPr>
        <a:xfrm>
          <a:off x="8725008" y="132095"/>
          <a:ext cx="1141382" cy="11413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409D78-88D3-43B0-BF3D-3B48E336E7ED}">
      <dsp:nvSpPr>
        <dsp:cNvPr id="0" name=""/>
        <dsp:cNvSpPr/>
      </dsp:nvSpPr>
      <dsp:spPr>
        <a:xfrm>
          <a:off x="7665152" y="1442408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zh-CN" sz="2500" kern="1200"/>
            <a:t>Features on the datasets</a:t>
          </a:r>
          <a:endParaRPr lang="en-US" sz="2500" kern="1200"/>
        </a:p>
      </dsp:txBody>
      <dsp:txXfrm>
        <a:off x="7665152" y="1442408"/>
        <a:ext cx="3261093" cy="489164"/>
      </dsp:txXfrm>
    </dsp:sp>
    <dsp:sp modelId="{0D121458-9648-4DD1-B34F-65159A5D11FB}">
      <dsp:nvSpPr>
        <dsp:cNvPr id="0" name=""/>
        <dsp:cNvSpPr/>
      </dsp:nvSpPr>
      <dsp:spPr>
        <a:xfrm>
          <a:off x="7665152" y="2010144"/>
          <a:ext cx="3261093" cy="20505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700" kern="1200"/>
            <a:t>Reconstructed Matrix: Matrix completion(dense)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700" kern="1200"/>
            <a:t>Factor Components: Top columns of left singular matrix U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700" kern="1200"/>
            <a:t>Algorithm Behavior: Fluctuation pattern of the eigenvector on each row</a:t>
          </a:r>
          <a:endParaRPr lang="en-US" sz="1700" kern="1200"/>
        </a:p>
      </dsp:txBody>
      <dsp:txXfrm>
        <a:off x="7665152" y="2010144"/>
        <a:ext cx="3261093" cy="205056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A417E3-638A-4277-B535-574348A58B0A}">
      <dsp:nvSpPr>
        <dsp:cNvPr id="0" name=""/>
        <dsp:cNvSpPr/>
      </dsp:nvSpPr>
      <dsp:spPr>
        <a:xfrm>
          <a:off x="0" y="474079"/>
          <a:ext cx="6666833" cy="1190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37388" rIns="517420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100" kern="1200"/>
            <a:t>Multiplicative update on the full matrix with O(T·mnk)</a:t>
          </a:r>
          <a:endParaRPr lang="en-US" sz="2100" kern="1200"/>
        </a:p>
      </dsp:txBody>
      <dsp:txXfrm>
        <a:off x="0" y="474079"/>
        <a:ext cx="6666833" cy="1190700"/>
      </dsp:txXfrm>
    </dsp:sp>
    <dsp:sp modelId="{1C1BDC3F-2C20-443A-B7A4-792B03EE0CAB}">
      <dsp:nvSpPr>
        <dsp:cNvPr id="0" name=""/>
        <dsp:cNvSpPr/>
      </dsp:nvSpPr>
      <dsp:spPr>
        <a:xfrm>
          <a:off x="333341" y="164119"/>
          <a:ext cx="4666783" cy="6199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100" kern="1200"/>
            <a:t>Randomly initialized NMF </a:t>
          </a:r>
          <a:endParaRPr lang="en-US" sz="2100" kern="1200"/>
        </a:p>
      </dsp:txBody>
      <dsp:txXfrm>
        <a:off x="363603" y="194381"/>
        <a:ext cx="4606259" cy="559396"/>
      </dsp:txXfrm>
    </dsp:sp>
    <dsp:sp modelId="{17D3F173-7F83-4400-9388-FBDF4FD62225}">
      <dsp:nvSpPr>
        <dsp:cNvPr id="0" name=""/>
        <dsp:cNvSpPr/>
      </dsp:nvSpPr>
      <dsp:spPr>
        <a:xfrm>
          <a:off x="0" y="2088139"/>
          <a:ext cx="6666833" cy="1190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37388" rIns="517420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100" kern="1200"/>
            <a:t>Matrix compression &amp; HALS iteration with O(mnk+T(m+n)k^2)</a:t>
          </a:r>
          <a:endParaRPr lang="en-US" sz="2100" kern="1200"/>
        </a:p>
      </dsp:txBody>
      <dsp:txXfrm>
        <a:off x="0" y="2088139"/>
        <a:ext cx="6666833" cy="1190700"/>
      </dsp:txXfrm>
    </dsp:sp>
    <dsp:sp modelId="{4CD463D2-9AF1-43C5-B54C-AE083CDABFD7}">
      <dsp:nvSpPr>
        <dsp:cNvPr id="0" name=""/>
        <dsp:cNvSpPr/>
      </dsp:nvSpPr>
      <dsp:spPr>
        <a:xfrm>
          <a:off x="333341" y="1778179"/>
          <a:ext cx="4666783" cy="619920"/>
        </a:xfrm>
        <a:prstGeom prst="roundRect">
          <a:avLst/>
        </a:prstGeom>
        <a:gradFill rotWithShape="0">
          <a:gsLst>
            <a:gs pos="0">
              <a:schemeClr val="accent2">
                <a:hueOff val="-727682"/>
                <a:satOff val="-41964"/>
                <a:lumOff val="431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727682"/>
                <a:satOff val="-41964"/>
                <a:lumOff val="431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727682"/>
                <a:satOff val="-41964"/>
                <a:lumOff val="431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100" kern="1200"/>
            <a:t>Randomized HALS</a:t>
          </a:r>
          <a:endParaRPr lang="en-US" sz="2100" kern="1200"/>
        </a:p>
      </dsp:txBody>
      <dsp:txXfrm>
        <a:off x="363603" y="1808441"/>
        <a:ext cx="4606259" cy="559396"/>
      </dsp:txXfrm>
    </dsp:sp>
    <dsp:sp modelId="{B9435F74-09EE-409C-99D8-8A4DCE5684E9}">
      <dsp:nvSpPr>
        <dsp:cNvPr id="0" name=""/>
        <dsp:cNvSpPr/>
      </dsp:nvSpPr>
      <dsp:spPr>
        <a:xfrm>
          <a:off x="0" y="3702200"/>
          <a:ext cx="6666833" cy="158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37388" rIns="517420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100" kern="1200"/>
            <a:t>Reconstructed Matrix: </a:t>
          </a:r>
          <a:r>
            <a:rPr lang="en-US" sz="2100" kern="1200"/>
            <a:t>Local</a:t>
          </a:r>
          <a:r>
            <a:rPr lang="zh-CN" sz="2100" kern="1200"/>
            <a:t> opt</a:t>
          </a:r>
          <a:r>
            <a:rPr lang="en-US" sz="2100" kern="1200"/>
            <a:t>imal</a:t>
          </a:r>
          <a:r>
            <a:rPr lang="zh-CN" sz="2100" kern="1200"/>
            <a:t> </a:t>
          </a:r>
          <a:r>
            <a:rPr lang="en-US" sz="2100" kern="1200"/>
            <a:t>/</a:t>
          </a:r>
          <a:r>
            <a:rPr lang="zh-CN" sz="2100" kern="1200"/>
            <a:t> prediction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100" kern="1200"/>
            <a:t>Factor Components: </a:t>
          </a:r>
          <a:r>
            <a:rPr lang="en-US" sz="2100" kern="1200"/>
            <a:t>Basis</a:t>
          </a:r>
          <a:r>
            <a:rPr lang="zh-CN" sz="2100" kern="1200"/>
            <a:t> </a:t>
          </a:r>
          <a:r>
            <a:rPr lang="en-US" sz="2100" kern="1200"/>
            <a:t>matrix W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100" kern="1200"/>
            <a:t>Algorithm Behavior: </a:t>
          </a:r>
          <a:r>
            <a:rPr lang="en-US" sz="2100" kern="1200"/>
            <a:t>Residual</a:t>
          </a:r>
          <a:r>
            <a:rPr lang="zh-CN" sz="2100" kern="1200"/>
            <a:t> distribution X - WH </a:t>
          </a:r>
          <a:endParaRPr lang="en-US" sz="2100" kern="1200"/>
        </a:p>
      </dsp:txBody>
      <dsp:txXfrm>
        <a:off x="0" y="3702200"/>
        <a:ext cx="6666833" cy="1587600"/>
      </dsp:txXfrm>
    </dsp:sp>
    <dsp:sp modelId="{FE4E8AA0-069D-46F1-97B3-86013F37B87E}">
      <dsp:nvSpPr>
        <dsp:cNvPr id="0" name=""/>
        <dsp:cNvSpPr/>
      </dsp:nvSpPr>
      <dsp:spPr>
        <a:xfrm>
          <a:off x="333341" y="3392240"/>
          <a:ext cx="4666783" cy="619920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100" kern="1200"/>
            <a:t>Features on the datasets</a:t>
          </a:r>
          <a:endParaRPr lang="en-US" sz="2100" kern="1200"/>
        </a:p>
      </dsp:txBody>
      <dsp:txXfrm>
        <a:off x="363603" y="3422502"/>
        <a:ext cx="4606259" cy="55939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3C0661-F70F-4109-A3EA-01841EEE7BAD}">
      <dsp:nvSpPr>
        <dsp:cNvPr id="0" name=""/>
        <dsp:cNvSpPr/>
      </dsp:nvSpPr>
      <dsp:spPr>
        <a:xfrm>
          <a:off x="393" y="232360"/>
          <a:ext cx="1098562" cy="1098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1FAD23-12C1-4B09-91CB-2A315523606A}">
      <dsp:nvSpPr>
        <dsp:cNvPr id="0" name=""/>
        <dsp:cNvSpPr/>
      </dsp:nvSpPr>
      <dsp:spPr>
        <a:xfrm>
          <a:off x="393" y="1498047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zh-CN" sz="2400" kern="1200"/>
            <a:t>Top-k CUR</a:t>
          </a:r>
          <a:endParaRPr lang="en-US" sz="2400" kern="1200"/>
        </a:p>
      </dsp:txBody>
      <dsp:txXfrm>
        <a:off x="393" y="1498047"/>
        <a:ext cx="3138750" cy="470812"/>
      </dsp:txXfrm>
    </dsp:sp>
    <dsp:sp modelId="{C2A2FB1B-6678-44AD-BC9C-E6A149445BEC}">
      <dsp:nvSpPr>
        <dsp:cNvPr id="0" name=""/>
        <dsp:cNvSpPr/>
      </dsp:nvSpPr>
      <dsp:spPr>
        <a:xfrm>
          <a:off x="393" y="2046592"/>
          <a:ext cx="3138750" cy="2072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700" kern="1200"/>
            <a:t>Select top-k row leverage score with O(mn^2)</a:t>
          </a:r>
          <a:endParaRPr lang="en-US" sz="1700" kern="1200"/>
        </a:p>
      </dsp:txBody>
      <dsp:txXfrm>
        <a:off x="393" y="2046592"/>
        <a:ext cx="3138750" cy="2072385"/>
      </dsp:txXfrm>
    </dsp:sp>
    <dsp:sp modelId="{28473EC6-8CFB-4BDC-93C5-B5FD815762CC}">
      <dsp:nvSpPr>
        <dsp:cNvPr id="0" name=""/>
        <dsp:cNvSpPr/>
      </dsp:nvSpPr>
      <dsp:spPr>
        <a:xfrm>
          <a:off x="3688425" y="232360"/>
          <a:ext cx="1098562" cy="1098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E8680B-2DCB-4908-B81B-FB6E55EF69CE}">
      <dsp:nvSpPr>
        <dsp:cNvPr id="0" name=""/>
        <dsp:cNvSpPr/>
      </dsp:nvSpPr>
      <dsp:spPr>
        <a:xfrm>
          <a:off x="3688425" y="1498047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zh-CN" sz="2400" kern="1200"/>
            <a:t>Weight Sampling CUR</a:t>
          </a:r>
          <a:endParaRPr lang="en-US" sz="2400" kern="1200"/>
        </a:p>
      </dsp:txBody>
      <dsp:txXfrm>
        <a:off x="3688425" y="1498047"/>
        <a:ext cx="3138750" cy="470812"/>
      </dsp:txXfrm>
    </dsp:sp>
    <dsp:sp modelId="{8E03F209-757D-429C-8A7A-B1EDF023A89D}">
      <dsp:nvSpPr>
        <dsp:cNvPr id="0" name=""/>
        <dsp:cNvSpPr/>
      </dsp:nvSpPr>
      <dsp:spPr>
        <a:xfrm>
          <a:off x="3688425" y="2046592"/>
          <a:ext cx="3138750" cy="2072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700" kern="1200"/>
            <a:t>Probability sampling based on row leverage score with O(mn^2)</a:t>
          </a:r>
          <a:endParaRPr lang="en-US" sz="1700" kern="1200"/>
        </a:p>
      </dsp:txBody>
      <dsp:txXfrm>
        <a:off x="3688425" y="2046592"/>
        <a:ext cx="3138750" cy="2072385"/>
      </dsp:txXfrm>
    </dsp:sp>
    <dsp:sp modelId="{A026DDD4-C0DC-4838-9F29-EABFC2FE3470}">
      <dsp:nvSpPr>
        <dsp:cNvPr id="0" name=""/>
        <dsp:cNvSpPr/>
      </dsp:nvSpPr>
      <dsp:spPr>
        <a:xfrm>
          <a:off x="7376456" y="232360"/>
          <a:ext cx="1098562" cy="1098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72551C-A25B-46AA-B86C-7ACCF3103C65}">
      <dsp:nvSpPr>
        <dsp:cNvPr id="0" name=""/>
        <dsp:cNvSpPr/>
      </dsp:nvSpPr>
      <dsp:spPr>
        <a:xfrm>
          <a:off x="7376456" y="1498047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zh-CN" sz="2400" kern="1200"/>
            <a:t>Features on the datasets</a:t>
          </a:r>
          <a:endParaRPr lang="en-US" sz="2400" kern="1200"/>
        </a:p>
      </dsp:txBody>
      <dsp:txXfrm>
        <a:off x="7376456" y="1498047"/>
        <a:ext cx="3138750" cy="470812"/>
      </dsp:txXfrm>
    </dsp:sp>
    <dsp:sp modelId="{A43C7A98-F94A-40D6-96F5-038648C2B840}">
      <dsp:nvSpPr>
        <dsp:cNvPr id="0" name=""/>
        <dsp:cNvSpPr/>
      </dsp:nvSpPr>
      <dsp:spPr>
        <a:xfrm>
          <a:off x="7376456" y="2046592"/>
          <a:ext cx="3138750" cy="2072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700" kern="1200"/>
            <a:t>Reconstructed Matrix: Keep the r</a:t>
          </a:r>
          <a:r>
            <a:rPr lang="en-US" sz="1700" kern="1200"/>
            <a:t>aw</a:t>
          </a:r>
          <a:r>
            <a:rPr lang="zh-CN" sz="1700" kern="1200"/>
            <a:t> dat</a:t>
          </a:r>
          <a:r>
            <a:rPr lang="en-US" sz="1700" kern="1200"/>
            <a:t>a</a:t>
          </a:r>
          <a:r>
            <a:rPr lang="zh-CN" sz="1700" kern="1200"/>
            <a:t> pro</a:t>
          </a:r>
          <a:r>
            <a:rPr lang="en-US" sz="1700" kern="1200"/>
            <a:t>perty(sparse)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700" kern="1200"/>
            <a:t>Factor Components: </a:t>
          </a:r>
          <a:r>
            <a:rPr lang="en-US" sz="1700" kern="1200"/>
            <a:t>Actual selected column C – interpretable raw data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</a:t>
          </a:r>
          <a:r>
            <a:rPr lang="zh-CN" sz="1700" kern="1200"/>
            <a:t>lgorithm Behavior: </a:t>
          </a:r>
          <a:r>
            <a:rPr lang="en-US" sz="1700" kern="1200"/>
            <a:t>Row</a:t>
          </a:r>
          <a:r>
            <a:rPr lang="zh-CN" sz="1700" kern="1200"/>
            <a:t> l</a:t>
          </a:r>
          <a:r>
            <a:rPr lang="en-US" sz="1700" kern="1200"/>
            <a:t>everage scores(importance of each row)</a:t>
          </a:r>
        </a:p>
      </dsp:txBody>
      <dsp:txXfrm>
        <a:off x="7376456" y="2046592"/>
        <a:ext cx="3138750" cy="207238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4347EB-DCDE-4817-9106-FA53E2EEAD36}">
      <dsp:nvSpPr>
        <dsp:cNvPr id="0" name=""/>
        <dsp:cNvSpPr/>
      </dsp:nvSpPr>
      <dsp:spPr>
        <a:xfrm>
          <a:off x="7434672" y="1223491"/>
          <a:ext cx="1176189" cy="5597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1459"/>
              </a:lnTo>
              <a:lnTo>
                <a:pt x="1176189" y="381459"/>
              </a:lnTo>
              <a:lnTo>
                <a:pt x="1176189" y="559759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89A394-5953-490C-A236-1ECE4EFE1975}">
      <dsp:nvSpPr>
        <dsp:cNvPr id="0" name=""/>
        <dsp:cNvSpPr/>
      </dsp:nvSpPr>
      <dsp:spPr>
        <a:xfrm>
          <a:off x="6258483" y="1223491"/>
          <a:ext cx="1176189" cy="559759"/>
        </a:xfrm>
        <a:custGeom>
          <a:avLst/>
          <a:gdLst/>
          <a:ahLst/>
          <a:cxnLst/>
          <a:rect l="0" t="0" r="0" b="0"/>
          <a:pathLst>
            <a:path>
              <a:moveTo>
                <a:pt x="1176189" y="0"/>
              </a:moveTo>
              <a:lnTo>
                <a:pt x="1176189" y="381459"/>
              </a:lnTo>
              <a:lnTo>
                <a:pt x="0" y="381459"/>
              </a:lnTo>
              <a:lnTo>
                <a:pt x="0" y="559759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65D7DC-54E9-468B-889C-1E9A2A67CA6F}">
      <dsp:nvSpPr>
        <dsp:cNvPr id="0" name=""/>
        <dsp:cNvSpPr/>
      </dsp:nvSpPr>
      <dsp:spPr>
        <a:xfrm>
          <a:off x="2729914" y="1223491"/>
          <a:ext cx="1176189" cy="5597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1459"/>
              </a:lnTo>
              <a:lnTo>
                <a:pt x="1176189" y="381459"/>
              </a:lnTo>
              <a:lnTo>
                <a:pt x="1176189" y="559759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771B1A-04BB-4FF6-9A11-2837EC7F252E}">
      <dsp:nvSpPr>
        <dsp:cNvPr id="0" name=""/>
        <dsp:cNvSpPr/>
      </dsp:nvSpPr>
      <dsp:spPr>
        <a:xfrm>
          <a:off x="1553725" y="1223491"/>
          <a:ext cx="1176189" cy="559759"/>
        </a:xfrm>
        <a:custGeom>
          <a:avLst/>
          <a:gdLst/>
          <a:ahLst/>
          <a:cxnLst/>
          <a:rect l="0" t="0" r="0" b="0"/>
          <a:pathLst>
            <a:path>
              <a:moveTo>
                <a:pt x="1176189" y="0"/>
              </a:moveTo>
              <a:lnTo>
                <a:pt x="1176189" y="381459"/>
              </a:lnTo>
              <a:lnTo>
                <a:pt x="0" y="381459"/>
              </a:lnTo>
              <a:lnTo>
                <a:pt x="0" y="559759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15239F-B92B-4F0C-BD38-6DABD93E6F93}">
      <dsp:nvSpPr>
        <dsp:cNvPr id="0" name=""/>
        <dsp:cNvSpPr/>
      </dsp:nvSpPr>
      <dsp:spPr>
        <a:xfrm>
          <a:off x="1767578" y="1323"/>
          <a:ext cx="1924673" cy="12221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382359-8418-4A66-9A8F-29460B6E32C5}">
      <dsp:nvSpPr>
        <dsp:cNvPr id="0" name=""/>
        <dsp:cNvSpPr/>
      </dsp:nvSpPr>
      <dsp:spPr>
        <a:xfrm>
          <a:off x="1981430" y="204483"/>
          <a:ext cx="1924673" cy="12221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500" kern="1200"/>
            <a:t>SVD &amp; NMF: randomized version</a:t>
          </a:r>
          <a:endParaRPr lang="en-US" sz="1500" kern="1200"/>
        </a:p>
      </dsp:txBody>
      <dsp:txXfrm>
        <a:off x="2017226" y="240279"/>
        <a:ext cx="1853081" cy="1150575"/>
      </dsp:txXfrm>
    </dsp:sp>
    <dsp:sp modelId="{D642FDC7-C5AC-46B3-94FB-41D4EAEC045B}">
      <dsp:nvSpPr>
        <dsp:cNvPr id="0" name=""/>
        <dsp:cNvSpPr/>
      </dsp:nvSpPr>
      <dsp:spPr>
        <a:xfrm>
          <a:off x="591388" y="1783250"/>
          <a:ext cx="1924673" cy="122216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E04405-F4FA-4DEC-86B9-062BDFC7C2D3}">
      <dsp:nvSpPr>
        <dsp:cNvPr id="0" name=""/>
        <dsp:cNvSpPr/>
      </dsp:nvSpPr>
      <dsp:spPr>
        <a:xfrm>
          <a:off x="805241" y="1986410"/>
          <a:ext cx="1924673" cy="12221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500" kern="1200"/>
            <a:t>Compress then factorize </a:t>
          </a:r>
          <a:endParaRPr lang="en-US" sz="1500" kern="1200"/>
        </a:p>
      </dsp:txBody>
      <dsp:txXfrm>
        <a:off x="841037" y="2022206"/>
        <a:ext cx="1853081" cy="1150575"/>
      </dsp:txXfrm>
    </dsp:sp>
    <dsp:sp modelId="{EC01B767-B662-412F-AD11-D6F57AB0D047}">
      <dsp:nvSpPr>
        <dsp:cNvPr id="0" name=""/>
        <dsp:cNvSpPr/>
      </dsp:nvSpPr>
      <dsp:spPr>
        <a:xfrm>
          <a:off x="2943767" y="1783250"/>
          <a:ext cx="1924673" cy="122216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89CB24-5A81-4CBA-8AA7-0DBACB7D1F39}">
      <dsp:nvSpPr>
        <dsp:cNvPr id="0" name=""/>
        <dsp:cNvSpPr/>
      </dsp:nvSpPr>
      <dsp:spPr>
        <a:xfrm>
          <a:off x="3157620" y="1986410"/>
          <a:ext cx="1924673" cy="12221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500" kern="1200"/>
            <a:t>Performs much faster on large scale datasets</a:t>
          </a:r>
          <a:endParaRPr lang="en-US" sz="1500" kern="1200"/>
        </a:p>
      </dsp:txBody>
      <dsp:txXfrm>
        <a:off x="3193416" y="2022206"/>
        <a:ext cx="1853081" cy="1150575"/>
      </dsp:txXfrm>
    </dsp:sp>
    <dsp:sp modelId="{74435257-D482-4807-A2E2-125EBE361A09}">
      <dsp:nvSpPr>
        <dsp:cNvPr id="0" name=""/>
        <dsp:cNvSpPr/>
      </dsp:nvSpPr>
      <dsp:spPr>
        <a:xfrm>
          <a:off x="6472335" y="1323"/>
          <a:ext cx="1924673" cy="12221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1E2658-3ABF-4FEE-96ED-C3BB88FABFBB}">
      <dsp:nvSpPr>
        <dsp:cNvPr id="0" name=""/>
        <dsp:cNvSpPr/>
      </dsp:nvSpPr>
      <dsp:spPr>
        <a:xfrm>
          <a:off x="6686188" y="204483"/>
          <a:ext cx="1924673" cy="12221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500" kern="1200"/>
            <a:t>CUR: top-k vs weighted sampling</a:t>
          </a:r>
          <a:endParaRPr lang="en-US" sz="1500" kern="1200"/>
        </a:p>
      </dsp:txBody>
      <dsp:txXfrm>
        <a:off x="6721984" y="240279"/>
        <a:ext cx="1853081" cy="1150575"/>
      </dsp:txXfrm>
    </dsp:sp>
    <dsp:sp modelId="{DC779D6A-C2A5-42B4-9995-7F77215C14E9}">
      <dsp:nvSpPr>
        <dsp:cNvPr id="0" name=""/>
        <dsp:cNvSpPr/>
      </dsp:nvSpPr>
      <dsp:spPr>
        <a:xfrm>
          <a:off x="5296146" y="1783250"/>
          <a:ext cx="1924673" cy="122216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C97528-D7CD-4646-A535-3092E399B1EB}">
      <dsp:nvSpPr>
        <dsp:cNvPr id="0" name=""/>
        <dsp:cNvSpPr/>
      </dsp:nvSpPr>
      <dsp:spPr>
        <a:xfrm>
          <a:off x="5509998" y="1986410"/>
          <a:ext cx="1924673" cy="12221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500" kern="1200"/>
            <a:t>Bottlenecks lie in the leverage score calculation</a:t>
          </a:r>
          <a:endParaRPr lang="en-US" sz="1500" kern="1200"/>
        </a:p>
      </dsp:txBody>
      <dsp:txXfrm>
        <a:off x="5545794" y="2022206"/>
        <a:ext cx="1853081" cy="1150575"/>
      </dsp:txXfrm>
    </dsp:sp>
    <dsp:sp modelId="{93F6B6CB-AB92-43DF-8648-DA707D9F9DC6}">
      <dsp:nvSpPr>
        <dsp:cNvPr id="0" name=""/>
        <dsp:cNvSpPr/>
      </dsp:nvSpPr>
      <dsp:spPr>
        <a:xfrm>
          <a:off x="7648525" y="1783250"/>
          <a:ext cx="1924673" cy="122216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AE337E-D793-4022-B6CA-B062EE2D3879}">
      <dsp:nvSpPr>
        <dsp:cNvPr id="0" name=""/>
        <dsp:cNvSpPr/>
      </dsp:nvSpPr>
      <dsp:spPr>
        <a:xfrm>
          <a:off x="7862377" y="1986410"/>
          <a:ext cx="1924673" cy="12221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500" kern="1200"/>
            <a:t>Might be optimized </a:t>
          </a:r>
          <a:r>
            <a:rPr lang="en-US" sz="1500" kern="1200"/>
            <a:t>by </a:t>
          </a:r>
          <a:r>
            <a:rPr lang="zh-CN" sz="1500" kern="1200"/>
            <a:t>focus</a:t>
          </a:r>
          <a:r>
            <a:rPr lang="en-US" sz="1500" kern="1200"/>
            <a:t>ing</a:t>
          </a:r>
          <a:r>
            <a:rPr lang="zh-CN" sz="1500" kern="1200"/>
            <a:t> on </a:t>
          </a:r>
          <a:r>
            <a:rPr lang="en-US" sz="1500" kern="1200"/>
            <a:t>approximate </a:t>
          </a:r>
          <a:r>
            <a:rPr lang="en-US" altLang="zh-CN" sz="1500" kern="1200">
              <a:latin typeface="Calibri Light" panose="020F0302020204030204"/>
            </a:rPr>
            <a:t>leverage</a:t>
          </a:r>
          <a:r>
            <a:rPr lang="zh-CN" sz="1500" kern="1200"/>
            <a:t> score computation</a:t>
          </a:r>
          <a:endParaRPr lang="en-US" sz="1500" kern="1200"/>
        </a:p>
      </dsp:txBody>
      <dsp:txXfrm>
        <a:off x="7898173" y="2022206"/>
        <a:ext cx="1853081" cy="11505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29DDF-D746-AF65-74AD-D61BB62EA8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945819-1E44-3646-EE25-2CAD017016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F86F2-4F03-79D3-3EAA-B7AB6F287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71522-308B-472D-82E4-D5C51C1235E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47208-29A5-C8E3-C2AA-60B9BD3D4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EDD96-130E-D6EB-5BD4-D369E7C0D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50C17-7530-40C0-9A0D-4CADF8EBD4D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969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218B2-FF0B-39BC-8893-CBD898799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BF11F-0BDD-2E41-16D5-825B6F9D6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3D1A2-E846-2E74-6ADD-14C69EEA4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71522-308B-472D-82E4-D5C51C1235E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460A8-4928-D3E4-A5A2-1D79B8009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C1DFD-4AD5-F74E-E3A2-D6C0CEA3B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50C17-7530-40C0-9A0D-4CADF8EBD4D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438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F76DC-9F1E-67C0-3497-DA2DBA263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E916E-5EA2-07DD-27D5-F20B826D1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B71F1-679C-814A-D6CB-D1A5489CB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71522-308B-472D-82E4-D5C51C1235E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378E1-05D8-80E7-BF54-756EA87B8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59746-5D8E-6409-EED7-158C96827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50C17-7530-40C0-9A0D-4CADF8EBD4D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984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89244-7D10-946B-90D7-7B9B568C6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70ECF-193A-1AC5-3CCD-46F720F7F5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484642-2F85-C1A2-CD54-A9D728ACE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0DE5BB-FBAD-262E-94DA-1347BC3D9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71522-308B-472D-82E4-D5C51C1235E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50A34A-D233-902E-D327-E8EAFF498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06C95-7974-3F6F-6106-5999D466F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50C17-7530-40C0-9A0D-4CADF8EBD4D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10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843FD-0459-A95F-8D60-C6560B040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9A57C2-797C-99AB-E82C-9628913BA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470BED-5B73-71D6-E590-C9549E3B0A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6DD9D6-5FCB-CD09-9CD9-352F4C2F50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DFF963-1C06-3D25-BE0D-BA8D4B2EAE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45E179-E9A7-05B4-1E20-DE73B3189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71522-308B-472D-82E4-D5C51C1235E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573E6A-27AE-DB69-5CAC-657EB9208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3EF02-6FA3-52C6-E878-5BFE84570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50C17-7530-40C0-9A0D-4CADF8EBD4D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567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D64A2-361E-11E7-DE36-5834D57C1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AA418A-0A75-E172-DD3F-3AA1FFBC0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71522-308B-472D-82E4-D5C51C1235E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0EFE30-68BD-1212-5962-59ADFAB51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2D396B-3B98-E1C5-7CD1-338459F02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50C17-7530-40C0-9A0D-4CADF8EBD4D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728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747E00-21AE-2BCC-9BAA-44394FC50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71522-308B-472D-82E4-D5C51C1235E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1383E1-DDD3-6F5A-BAD1-5B64273C5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8AEE0D-0ED5-476C-0DD0-1B4568190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50C17-7530-40C0-9A0D-4CADF8EBD4D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64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FEBCC-19B4-6EA1-2438-E86361994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A70B7-518A-77E4-2D9D-46687DD5B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E5063C-C257-AB02-C9E0-ACD6B54931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1003D-3282-07C5-74AF-7E8B8F9F3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71522-308B-472D-82E4-D5C51C1235E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16319E-6DD7-08EB-1DAC-1864001CB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0E9827-EDA7-2831-91E8-D967EC24B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50C17-7530-40C0-9A0D-4CADF8EBD4D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397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40176-838F-C531-E91C-11E71CCBB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4347B3-08E5-A105-3AFD-306A7B39E0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A62031-960F-8369-7709-E14FA74736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A7E1E2-52EA-DDA6-C319-C46D5E811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71522-308B-472D-82E4-D5C51C1235E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08511C-D870-FCD0-D1F5-2C73A3DEF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0C19B-44EF-6758-DC41-120C149DB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50C17-7530-40C0-9A0D-4CADF8EBD4D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070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9F706-9FEA-30C5-E990-4F0D4B627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7BD9D4-8367-5018-2372-3C08D57BF6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D2B69-AAC6-A060-09EF-69B647743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71522-308B-472D-82E4-D5C51C1235E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41F1B-1AF0-D83A-8BC9-D6D379C4E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BF7F9-0FAB-60DC-A4A4-7A34663A1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50C17-7530-40C0-9A0D-4CADF8EBD4D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037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F34BFB-D923-0059-9079-4A8CB08727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4D4DED-4D8B-CE0A-7D45-C07E617E05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6D350-4520-836A-5349-36EF204A1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71522-308B-472D-82E4-D5C51C1235E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2BD55-AF2B-7D2A-4467-C8100141E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3DE38-25B4-2590-56C5-FDCB0C8D1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50C17-7530-40C0-9A0D-4CADF8EBD4D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45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C18F58-5753-BF5D-C18A-AB82E4115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E378F-4B80-67DA-263F-7CE57049E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EA549-F2FC-E5D8-214C-C56C2B938E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271522-308B-472D-82E4-D5C51C1235E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A45A3-824F-893F-3BAF-CE757FCF2E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37B60-5F4F-851C-3117-0DAC2FF2CC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250C17-7530-40C0-9A0D-4CADF8EBD4D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607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101010 lignes de données vers l’infini">
            <a:extLst>
              <a:ext uri="{FF2B5EF4-FFF2-40B4-BE49-F238E27FC236}">
                <a16:creationId xmlns:a16="http://schemas.microsoft.com/office/drawing/2014/main" id="{9B5A0BF2-BF00-66AF-063C-CD67091BBB3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3127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D7C03C-3BFD-0179-7DF5-9694497BA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Efficient Low-Rank Matrix Approximation algorithms: </a:t>
            </a:r>
            <a:r>
              <a:rPr lang="en-US">
                <a:solidFill>
                  <a:srgbClr val="FFFFFF"/>
                </a:solidFill>
              </a:rPr>
              <a:t>global comparison</a:t>
            </a:r>
            <a:endParaRPr lang="en-US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9F0230-69DE-A1B8-0ED2-1A849AB00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71195"/>
            <a:ext cx="9144000" cy="58660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Su </a:t>
            </a:r>
            <a:r>
              <a:rPr lang="en-US" err="1">
                <a:solidFill>
                  <a:srgbClr val="FFFFFF"/>
                </a:solidFill>
              </a:rPr>
              <a:t>Yanzhen</a:t>
            </a:r>
            <a:r>
              <a:rPr lang="en-US">
                <a:solidFill>
                  <a:srgbClr val="FFFFFF"/>
                </a:solidFill>
              </a:rPr>
              <a:t>, Tahir Mahamat Saleh, Coulibaly </a:t>
            </a:r>
            <a:r>
              <a:rPr lang="en-US" err="1">
                <a:solidFill>
                  <a:srgbClr val="FFFFFF"/>
                </a:solidFill>
              </a:rPr>
              <a:t>Zie</a:t>
            </a:r>
            <a:r>
              <a:rPr lang="en-US">
                <a:solidFill>
                  <a:srgbClr val="FFFFFF"/>
                </a:solidFill>
              </a:rPr>
              <a:t> Siaka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015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0BACAB3-7F1B-606E-88B0-1D9DDB7E1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zh-CN" sz="4800">
                <a:latin typeface="等线 Light"/>
                <a:ea typeface="等线 Light"/>
                <a:cs typeface="+mj-lt"/>
              </a:rPr>
              <a:t>CONTENTS</a:t>
            </a:r>
            <a:endParaRPr lang="fr-FR" sz="48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28B50E5F-FB91-C5A1-8520-737F948AA2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0435459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7196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11">
            <a:extLst>
              <a:ext uri="{FF2B5EF4-FFF2-40B4-BE49-F238E27FC236}">
                <a16:creationId xmlns:a16="http://schemas.microsoft.com/office/drawing/2014/main" id="{7416AE79-4A4F-7911-ED8A-C03E5F4F614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7577" r="9085" b="569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F85F270-13D5-116D-F42E-DE7065317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MOTIVATION AND INTRODUCTION</a:t>
            </a:r>
            <a:endParaRPr lang="en-US" altLang="zh-CN"/>
          </a:p>
        </p:txBody>
      </p:sp>
      <p:graphicFrame>
        <p:nvGraphicFramePr>
          <p:cNvPr id="24" name="ZoneTexte 6">
            <a:extLst>
              <a:ext uri="{FF2B5EF4-FFF2-40B4-BE49-F238E27FC236}">
                <a16:creationId xmlns:a16="http://schemas.microsoft.com/office/drawing/2014/main" id="{94FC2178-FA41-71F6-8612-DF159925AA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0202428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56159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07F178-3AB8-9ED6-D7EE-0CF9BB2F6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5400">
                <a:solidFill>
                  <a:srgbClr val="FFFFFF"/>
                </a:solidFill>
              </a:rPr>
              <a:t>SVD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F4E9CD-DDD6-0D0F-F673-7CBFBF484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506" y="1394776"/>
            <a:ext cx="2903157" cy="156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A7200B-1D21-D015-F876-DA8098ADD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7142" y="4277314"/>
            <a:ext cx="5874052" cy="23718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541CCC4-7FDA-AED0-5944-C0B93F100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0623" y="680086"/>
            <a:ext cx="3405879" cy="309725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74A9ADF-5A22-AB1A-72A7-39855FE4F8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6532" y="130165"/>
            <a:ext cx="4134062" cy="53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63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868F1-9A6B-DCCA-5213-DF8C94D84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NMF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1E8F5C-1169-29C3-3DF1-D0E1F32BB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057" y="466815"/>
            <a:ext cx="5247165" cy="32669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85C13F-9D1D-844A-67F6-CD6ED2DF4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232074"/>
            <a:ext cx="5943905" cy="21591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FB249A-C640-2928-533A-82B9934B44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664" y="2349444"/>
            <a:ext cx="4817438" cy="215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465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3" name="Group 15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9EA23F58-7E9A-D21D-EB4E-00E8445F2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Randomized</a:t>
            </a:r>
            <a:b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or </a:t>
            </a:r>
            <a:r>
              <a:rPr lang="en-US" sz="3600">
                <a:solidFill>
                  <a:schemeClr val="tx2"/>
                </a:solidFill>
              </a:rPr>
              <a:t>S</a:t>
            </a:r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tochastic versions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FF882C-15D0-94A6-1894-A4800D7EB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6668" y="829530"/>
            <a:ext cx="5217957" cy="29297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4729D3-949D-07CE-C05D-056FB89C6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5919" y="4296874"/>
            <a:ext cx="6566720" cy="22822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049847-0E68-7DD9-CAAD-D3680B56A7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7" y="188069"/>
            <a:ext cx="3233210" cy="45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863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5FC675-AD82-51B9-CE82-4E6D61024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971" y="0"/>
            <a:ext cx="7903029" cy="57353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635E38-466F-21F1-2804-5128FBBA6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76059"/>
            <a:ext cx="5887350" cy="232888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8FA1E07-C65D-052B-1C34-72D9B5FFD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208" y="588489"/>
            <a:ext cx="1721419" cy="946397"/>
          </a:xfrm>
        </p:spPr>
        <p:txBody>
          <a:bodyPr>
            <a:normAutofit/>
          </a:bodyPr>
          <a:lstStyle/>
          <a:p>
            <a:r>
              <a:rPr lang="en-US"/>
              <a:t>CUR</a:t>
            </a:r>
          </a:p>
        </p:txBody>
      </p:sp>
    </p:spTree>
    <p:extLst>
      <p:ext uri="{BB962C8B-B14F-4D97-AF65-F5344CB8AC3E}">
        <p14:creationId xmlns:p14="http://schemas.microsoft.com/office/powerpoint/2010/main" val="2895645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0CC41-4EC7-B13C-5730-F6E74C8FE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ea typeface="Calibri" panose="020F0502020204030204"/>
                <a:cs typeface="Calibri" panose="020F0502020204030204"/>
              </a:rPr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D5774F0-8557-A323-FBDD-E22A6A4CAF6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3201126"/>
                  </p:ext>
                </p:extLst>
              </p:nvPr>
            </p:nvGraphicFramePr>
            <p:xfrm>
              <a:off x="557784" y="2758321"/>
              <a:ext cx="11164079" cy="3757291"/>
            </p:xfrm>
            <a:graphic>
              <a:graphicData uri="http://schemas.openxmlformats.org/drawingml/2006/table">
                <a:tbl>
                  <a:tblPr firstRow="1" bandRow="1">
                    <a:tableStyleId>{85BE263C-DBD7-4A20-BB59-AAB30ACAA65A}</a:tableStyleId>
                  </a:tblPr>
                  <a:tblGrid>
                    <a:gridCol w="1754456">
                      <a:extLst>
                        <a:ext uri="{9D8B030D-6E8A-4147-A177-3AD203B41FA5}">
                          <a16:colId xmlns:a16="http://schemas.microsoft.com/office/drawing/2014/main" val="56121907"/>
                        </a:ext>
                      </a:extLst>
                    </a:gridCol>
                    <a:gridCol w="3076189">
                      <a:extLst>
                        <a:ext uri="{9D8B030D-6E8A-4147-A177-3AD203B41FA5}">
                          <a16:colId xmlns:a16="http://schemas.microsoft.com/office/drawing/2014/main" val="3704519842"/>
                        </a:ext>
                      </a:extLst>
                    </a:gridCol>
                    <a:gridCol w="3156857">
                      <a:extLst>
                        <a:ext uri="{9D8B030D-6E8A-4147-A177-3AD203B41FA5}">
                          <a16:colId xmlns:a16="http://schemas.microsoft.com/office/drawing/2014/main" val="1392506608"/>
                        </a:ext>
                      </a:extLst>
                    </a:gridCol>
                    <a:gridCol w="3176577">
                      <a:extLst>
                        <a:ext uri="{9D8B030D-6E8A-4147-A177-3AD203B41FA5}">
                          <a16:colId xmlns:a16="http://schemas.microsoft.com/office/drawing/2014/main" val="3997771742"/>
                        </a:ext>
                      </a:extLst>
                    </a:gridCol>
                  </a:tblGrid>
                  <a:tr h="81548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b="1" cap="none" spc="0">
                              <a:solidFill>
                                <a:schemeClr val="tx1"/>
                              </a:solidFill>
                            </a:rPr>
                            <a:t>Method</a:t>
                          </a:r>
                        </a:p>
                      </a:txBody>
                      <a:tcPr marL="75779" marR="96276" marT="21651" marB="162384" anchor="b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b="1" cap="none" spc="0">
                              <a:solidFill>
                                <a:schemeClr val="tx1"/>
                              </a:solidFill>
                            </a:rPr>
                            <a:t>Decomposition Form</a:t>
                          </a:r>
                        </a:p>
                      </a:txBody>
                      <a:tcPr marL="75779" marR="96276" marT="21651" marB="162384" anchor="b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b="1" cap="none" spc="0">
                              <a:solidFill>
                                <a:schemeClr val="tx1"/>
                              </a:solidFill>
                            </a:rPr>
                            <a:t>Strengths</a:t>
                          </a:r>
                        </a:p>
                      </a:txBody>
                      <a:tcPr marL="75779" marR="96276" marT="21651" marB="162384" anchor="b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b="1" cap="none" spc="0">
                              <a:solidFill>
                                <a:schemeClr val="tx1"/>
                              </a:solidFill>
                            </a:rPr>
                            <a:t>Weaknesses</a:t>
                          </a:r>
                        </a:p>
                      </a:txBody>
                      <a:tcPr marL="75779" marR="96276" marT="21651" marB="162384" anchor="b"/>
                    </a:tc>
                    <a:extLst>
                      <a:ext uri="{0D108BD9-81ED-4DB2-BD59-A6C34878D82A}">
                        <a16:rowId xmlns:a16="http://schemas.microsoft.com/office/drawing/2014/main" val="1795740591"/>
                      </a:ext>
                    </a:extLst>
                  </a:tr>
                  <a:tr h="92781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b="1" cap="none" spc="0">
                              <a:solidFill>
                                <a:schemeClr val="tx1"/>
                              </a:solidFill>
                            </a:rPr>
                            <a:t>SVD/</a:t>
                          </a:r>
                          <a:r>
                            <a:rPr lang="en-US" sz="1800" b="1" cap="none" spc="0" err="1">
                              <a:solidFill>
                                <a:schemeClr val="tx1"/>
                              </a:solidFill>
                            </a:rPr>
                            <a:t>rSVD</a:t>
                          </a:r>
                          <a:endParaRPr lang="en-US" sz="18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5779" marR="96276" marT="21651" marB="162384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l-GR" sz="1800" cap="none" spc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l-GR" sz="1800" cap="none" spc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el-GR" sz="1800" cap="none" spc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r>
                                  <m:rPr>
                                    <m:sty m:val="p"/>
                                  </m:rPr>
                                  <a:rPr lang="el-GR" sz="1800" cap="none" spc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  <m:sSup>
                                  <m:sSupPr>
                                    <m:ctrlPr>
                                      <a:rPr lang="ar-AE" sz="18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sz="1800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p>
                                    <m:r>
                                      <a:rPr lang="ar-AE" sz="1800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⊤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ar-AE" sz="18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5779" marR="96276" marT="21651" marB="162384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Optimal low-rank approximation stable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widely used</a:t>
                          </a:r>
                        </a:p>
                      </a:txBody>
                      <a:tcPr marL="75779" marR="96276" marT="21651" marB="162384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Components not interpretable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 dense factors</a:t>
                          </a:r>
                        </a:p>
                      </a:txBody>
                      <a:tcPr marL="75779" marR="96276" marT="21651" marB="162384" anchor="ctr"/>
                    </a:tc>
                    <a:extLst>
                      <a:ext uri="{0D108BD9-81ED-4DB2-BD59-A6C34878D82A}">
                        <a16:rowId xmlns:a16="http://schemas.microsoft.com/office/drawing/2014/main" val="1835439798"/>
                      </a:ext>
                    </a:extLst>
                  </a:tr>
                  <a:tr h="92781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b="1" cap="none" spc="0">
                              <a:solidFill>
                                <a:schemeClr val="tx1"/>
                              </a:solidFill>
                            </a:rPr>
                            <a:t>NMF/</a:t>
                          </a:r>
                          <a:r>
                            <a:rPr lang="en-US" sz="1800" b="1" cap="none" spc="0" err="1">
                              <a:solidFill>
                                <a:schemeClr val="tx1"/>
                              </a:solidFill>
                            </a:rPr>
                            <a:t>rNMF</a:t>
                          </a:r>
                          <a:endParaRPr lang="en-US" sz="18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5779" marR="96276" marT="21651" marB="162384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cap="none" spc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1800" cap="none" spc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en-US" sz="1800" cap="none" spc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𝑊𝐻</m:t>
                                </m:r>
                              </m:oMath>
                            </m:oMathPara>
                          </a14:m>
                          <a:endParaRPr lang="en-US" sz="18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5779" marR="96276" marT="21651" marB="162384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Interpretable components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Good for clustering/topics</a:t>
                          </a:r>
                        </a:p>
                      </a:txBody>
                      <a:tcPr marL="75779" marR="96276" marT="21651" marB="162384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Non-convex → local minimal</a:t>
                          </a:r>
                        </a:p>
                      </a:txBody>
                      <a:tcPr marL="75779" marR="96276" marT="21651" marB="162384" anchor="ctr"/>
                    </a:tc>
                    <a:extLst>
                      <a:ext uri="{0D108BD9-81ED-4DB2-BD59-A6C34878D82A}">
                        <a16:rowId xmlns:a16="http://schemas.microsoft.com/office/drawing/2014/main" val="1731433839"/>
                      </a:ext>
                    </a:extLst>
                  </a:tr>
                  <a:tr h="92781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b="1" cap="none" spc="0">
                              <a:solidFill>
                                <a:schemeClr val="tx1"/>
                              </a:solidFill>
                            </a:rPr>
                            <a:t>CUR</a:t>
                          </a:r>
                          <a:endParaRPr lang="en-US" sz="18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5779" marR="96276" marT="21651" marB="162384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cap="none" spc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1800" cap="none" spc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en-US" sz="1800" cap="none" spc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𝐶𝑈𝑅</m:t>
                                </m:r>
                              </m:oMath>
                            </m:oMathPara>
                          </a14:m>
                          <a:endParaRPr lang="en-US" sz="18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5779" marR="96276" marT="21651" marB="162384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Highly interpretable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Preserves sparsity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Scalable</a:t>
                          </a:r>
                        </a:p>
                      </a:txBody>
                      <a:tcPr marL="75779" marR="96276" marT="21651" marB="162384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 dirty="0">
                              <a:solidFill>
                                <a:schemeClr val="tx1"/>
                              </a:solidFill>
                            </a:rPr>
                            <a:t>Approximation less optimal</a:t>
                          </a:r>
                        </a:p>
                      </a:txBody>
                      <a:tcPr marL="75779" marR="96276" marT="21651" marB="162384" anchor="ctr"/>
                    </a:tc>
                    <a:extLst>
                      <a:ext uri="{0D108BD9-81ED-4DB2-BD59-A6C34878D82A}">
                        <a16:rowId xmlns:a16="http://schemas.microsoft.com/office/drawing/2014/main" val="13695599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D5774F0-8557-A323-FBDD-E22A6A4CAF6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3201126"/>
                  </p:ext>
                </p:extLst>
              </p:nvPr>
            </p:nvGraphicFramePr>
            <p:xfrm>
              <a:off x="557784" y="2758321"/>
              <a:ext cx="11164079" cy="3757291"/>
            </p:xfrm>
            <a:graphic>
              <a:graphicData uri="http://schemas.openxmlformats.org/drawingml/2006/table">
                <a:tbl>
                  <a:tblPr firstRow="1" bandRow="1">
                    <a:tableStyleId>{85BE263C-DBD7-4A20-BB59-AAB30ACAA65A}</a:tableStyleId>
                  </a:tblPr>
                  <a:tblGrid>
                    <a:gridCol w="1754456">
                      <a:extLst>
                        <a:ext uri="{9D8B030D-6E8A-4147-A177-3AD203B41FA5}">
                          <a16:colId xmlns:a16="http://schemas.microsoft.com/office/drawing/2014/main" val="56121907"/>
                        </a:ext>
                      </a:extLst>
                    </a:gridCol>
                    <a:gridCol w="3076189">
                      <a:extLst>
                        <a:ext uri="{9D8B030D-6E8A-4147-A177-3AD203B41FA5}">
                          <a16:colId xmlns:a16="http://schemas.microsoft.com/office/drawing/2014/main" val="3704519842"/>
                        </a:ext>
                      </a:extLst>
                    </a:gridCol>
                    <a:gridCol w="3156857">
                      <a:extLst>
                        <a:ext uri="{9D8B030D-6E8A-4147-A177-3AD203B41FA5}">
                          <a16:colId xmlns:a16="http://schemas.microsoft.com/office/drawing/2014/main" val="1392506608"/>
                        </a:ext>
                      </a:extLst>
                    </a:gridCol>
                    <a:gridCol w="3176577">
                      <a:extLst>
                        <a:ext uri="{9D8B030D-6E8A-4147-A177-3AD203B41FA5}">
                          <a16:colId xmlns:a16="http://schemas.microsoft.com/office/drawing/2014/main" val="3997771742"/>
                        </a:ext>
                      </a:extLst>
                    </a:gridCol>
                  </a:tblGrid>
                  <a:tr h="81548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b="1" cap="none" spc="0">
                              <a:solidFill>
                                <a:schemeClr val="tx1"/>
                              </a:solidFill>
                            </a:rPr>
                            <a:t>Method</a:t>
                          </a:r>
                        </a:p>
                      </a:txBody>
                      <a:tcPr marL="75779" marR="96276" marT="21651" marB="162384" anchor="b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b="1" cap="none" spc="0">
                              <a:solidFill>
                                <a:schemeClr val="tx1"/>
                              </a:solidFill>
                            </a:rPr>
                            <a:t>Decomposition Form</a:t>
                          </a:r>
                        </a:p>
                      </a:txBody>
                      <a:tcPr marL="75779" marR="96276" marT="21651" marB="162384" anchor="b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b="1" cap="none" spc="0">
                              <a:solidFill>
                                <a:schemeClr val="tx1"/>
                              </a:solidFill>
                            </a:rPr>
                            <a:t>Strengths</a:t>
                          </a:r>
                        </a:p>
                      </a:txBody>
                      <a:tcPr marL="75779" marR="96276" marT="21651" marB="162384" anchor="b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b="1" cap="none" spc="0">
                              <a:solidFill>
                                <a:schemeClr val="tx1"/>
                              </a:solidFill>
                            </a:rPr>
                            <a:t>Weaknesses</a:t>
                          </a:r>
                        </a:p>
                      </a:txBody>
                      <a:tcPr marL="75779" marR="96276" marT="21651" marB="162384" anchor="b"/>
                    </a:tc>
                    <a:extLst>
                      <a:ext uri="{0D108BD9-81ED-4DB2-BD59-A6C34878D82A}">
                        <a16:rowId xmlns:a16="http://schemas.microsoft.com/office/drawing/2014/main" val="1795740591"/>
                      </a:ext>
                    </a:extLst>
                  </a:tr>
                  <a:tr h="100699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b="1" cap="none" spc="0">
                              <a:solidFill>
                                <a:schemeClr val="tx1"/>
                              </a:solidFill>
                            </a:rPr>
                            <a:t>SVD/</a:t>
                          </a:r>
                          <a:r>
                            <a:rPr lang="en-US" sz="1800" b="1" cap="none" spc="0" err="1">
                              <a:solidFill>
                                <a:schemeClr val="tx1"/>
                              </a:solidFill>
                            </a:rPr>
                            <a:t>rSVD</a:t>
                          </a:r>
                          <a:endParaRPr lang="en-US" sz="18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5779" marR="96276" marT="21651" marB="162384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5779" marR="96276" marT="21651" marB="162384" anchor="ctr">
                        <a:blipFill>
                          <a:blip r:embed="rId2"/>
                          <a:stretch>
                            <a:fillRect l="-57030" t="-82424" r="-206139" b="-1939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Optimal low-rank approximation stable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widely used</a:t>
                          </a:r>
                        </a:p>
                      </a:txBody>
                      <a:tcPr marL="75779" marR="96276" marT="21651" marB="162384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Components not interpretable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 dense factors</a:t>
                          </a:r>
                        </a:p>
                      </a:txBody>
                      <a:tcPr marL="75779" marR="96276" marT="21651" marB="162384" anchor="ctr"/>
                    </a:tc>
                    <a:extLst>
                      <a:ext uri="{0D108BD9-81ED-4DB2-BD59-A6C34878D82A}">
                        <a16:rowId xmlns:a16="http://schemas.microsoft.com/office/drawing/2014/main" val="1835439798"/>
                      </a:ext>
                    </a:extLst>
                  </a:tr>
                  <a:tr h="92781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b="1" cap="none" spc="0">
                              <a:solidFill>
                                <a:schemeClr val="tx1"/>
                              </a:solidFill>
                            </a:rPr>
                            <a:t>NMF/</a:t>
                          </a:r>
                          <a:r>
                            <a:rPr lang="en-US" sz="1800" b="1" cap="none" spc="0" err="1">
                              <a:solidFill>
                                <a:schemeClr val="tx1"/>
                              </a:solidFill>
                            </a:rPr>
                            <a:t>rNMF</a:t>
                          </a:r>
                          <a:endParaRPr lang="en-US" sz="18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5779" marR="96276" marT="21651" marB="162384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5779" marR="96276" marT="21651" marB="162384" anchor="ctr">
                        <a:blipFill>
                          <a:blip r:embed="rId2"/>
                          <a:stretch>
                            <a:fillRect l="-57030" t="-196732" r="-206139" b="-1091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Interpretable components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Good for clustering/topics</a:t>
                          </a:r>
                        </a:p>
                      </a:txBody>
                      <a:tcPr marL="75779" marR="96276" marT="21651" marB="162384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Non-convex → local minimal</a:t>
                          </a:r>
                        </a:p>
                      </a:txBody>
                      <a:tcPr marL="75779" marR="96276" marT="21651" marB="162384" anchor="ctr"/>
                    </a:tc>
                    <a:extLst>
                      <a:ext uri="{0D108BD9-81ED-4DB2-BD59-A6C34878D82A}">
                        <a16:rowId xmlns:a16="http://schemas.microsoft.com/office/drawing/2014/main" val="1731433839"/>
                      </a:ext>
                    </a:extLst>
                  </a:tr>
                  <a:tr h="100699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b="1" cap="none" spc="0">
                              <a:solidFill>
                                <a:schemeClr val="tx1"/>
                              </a:solidFill>
                            </a:rPr>
                            <a:t>CUR</a:t>
                          </a:r>
                          <a:endParaRPr lang="en-US" sz="18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5779" marR="96276" marT="21651" marB="162384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5779" marR="96276" marT="21651" marB="162384" anchor="ctr">
                        <a:blipFill>
                          <a:blip r:embed="rId2"/>
                          <a:stretch>
                            <a:fillRect l="-57030" t="-275152" r="-206139" b="-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Highly interpretable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Preserves sparsity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Scalable</a:t>
                          </a:r>
                        </a:p>
                      </a:txBody>
                      <a:tcPr marL="75779" marR="96276" marT="21651" marB="162384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 dirty="0">
                              <a:solidFill>
                                <a:schemeClr val="tx1"/>
                              </a:solidFill>
                            </a:rPr>
                            <a:t>Approximation less optimal</a:t>
                          </a:r>
                        </a:p>
                      </a:txBody>
                      <a:tcPr marL="75779" marR="96276" marT="21651" marB="162384" anchor="ctr"/>
                    </a:tc>
                    <a:extLst>
                      <a:ext uri="{0D108BD9-81ED-4DB2-BD59-A6C34878D82A}">
                        <a16:rowId xmlns:a16="http://schemas.microsoft.com/office/drawing/2014/main" val="136955990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4954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38572DC9-DC5B-1158-B359-FF0E78F35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anchor="b">
            <a:normAutofit/>
          </a:bodyPr>
          <a:lstStyle/>
          <a:p>
            <a:r>
              <a:rPr lang="zh-CN" altLang="en-US" sz="3200">
                <a:solidFill>
                  <a:srgbClr val="FFFFFF"/>
                </a:solidFill>
                <a:ea typeface="等线 Light"/>
                <a:cs typeface="Calibri Light"/>
              </a:rPr>
              <a:t>Demo for the Shiny Dashboard and Conclusion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9587EA-6BA7-8190-DD2B-040B75682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484" y="2459116"/>
            <a:ext cx="3702579" cy="352482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zh-CN" altLang="en-US" sz="2000">
              <a:solidFill>
                <a:srgbClr val="FFFFFF"/>
              </a:solidFill>
              <a:ea typeface="等线"/>
              <a:cs typeface="Calibri"/>
            </a:endParaRPr>
          </a:p>
          <a:p>
            <a:pPr marL="0" indent="0">
              <a:buNone/>
            </a:pPr>
            <a:endParaRPr lang="zh-CN" altLang="en-US" sz="2000">
              <a:solidFill>
                <a:srgbClr val="FFFFFF"/>
              </a:solidFill>
              <a:ea typeface="等线"/>
              <a:cs typeface="Calibri"/>
            </a:endParaRPr>
          </a:p>
          <a:p>
            <a:endParaRPr lang="en-US" altLang="zh-CN" sz="2000">
              <a:solidFill>
                <a:srgbClr val="FFFFFF"/>
              </a:solidFill>
              <a:ea typeface="等线"/>
              <a:cs typeface="Calibri"/>
            </a:endParaRPr>
          </a:p>
          <a:p>
            <a:endParaRPr lang="zh-CN" altLang="en-US" sz="2000">
              <a:solidFill>
                <a:srgbClr val="FFFFFF"/>
              </a:solidFill>
              <a:ea typeface="等线"/>
              <a:cs typeface="Calibri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BFE25B7-2FE2-F02C-820E-A2D2B82A54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7" t="-177" r="830" b="-11"/>
          <a:stretch>
            <a:fillRect/>
          </a:stretch>
        </p:blipFill>
        <p:spPr>
          <a:xfrm>
            <a:off x="6837753" y="787114"/>
            <a:ext cx="3742104" cy="528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844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3613D97-BFEB-049C-61D5-03E232611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zh-CN" altLang="en-US" sz="4000">
                <a:ea typeface="等线 Light"/>
                <a:cs typeface="Calibri Light"/>
              </a:rPr>
              <a:t>Shiny dashboard</a:t>
            </a:r>
            <a:endParaRPr lang="zh-CN" altLang="en-US" sz="4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图片 4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F067EF90-E073-57D2-31FC-634F44EA27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" r="2" b="2"/>
          <a:stretch>
            <a:fillRect/>
          </a:stretch>
        </p:blipFill>
        <p:spPr>
          <a:xfrm>
            <a:off x="908304" y="2478024"/>
            <a:ext cx="6009855" cy="3694176"/>
          </a:xfrm>
          <a:prstGeom prst="rect">
            <a:avLst/>
          </a:prstGeom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6D69A8-902A-C6AA-A291-55816CD6C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1453" y="2478024"/>
            <a:ext cx="3872243" cy="36941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1800">
                <a:ea typeface="等线"/>
                <a:cs typeface="Calibri"/>
              </a:rPr>
              <a:t>Performance Comparison</a:t>
            </a:r>
          </a:p>
          <a:p>
            <a:r>
              <a:rPr lang="zh-CN" altLang="en-US" sz="1800">
                <a:ea typeface="等线"/>
                <a:cs typeface="Calibri"/>
              </a:rPr>
              <a:t>Deep Analysis </a:t>
            </a:r>
          </a:p>
          <a:p>
            <a:r>
              <a:rPr lang="zh-CN" altLang="en-US" sz="1800">
                <a:ea typeface="等线"/>
                <a:cs typeface="Calibri"/>
              </a:rPr>
              <a:t>Choice of Target Rank</a:t>
            </a:r>
          </a:p>
          <a:p>
            <a:r>
              <a:rPr lang="zh-CN" altLang="en-US" sz="1800">
                <a:ea typeface="等线"/>
                <a:cs typeface="Calibri"/>
              </a:rPr>
              <a:t>Three Matrix Approximation Algorithms</a:t>
            </a:r>
          </a:p>
          <a:p>
            <a:r>
              <a:rPr lang="zh-CN" altLang="en-US" sz="1800">
                <a:ea typeface="等线"/>
                <a:cs typeface="Calibri"/>
              </a:rPr>
              <a:t>Three Optional Data Sources:</a:t>
            </a:r>
            <a:endParaRPr lang="zh-CN" altLang="en-US" sz="1800">
              <a:ea typeface="等线" panose="02010600030101010101" pitchFamily="2" charset="-122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zh-CN" altLang="en-US" sz="1800">
                <a:ea typeface="等线"/>
                <a:cs typeface="Calibri"/>
              </a:rPr>
              <a:t>Two real-word datasets – for illustrating the features of different algos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zh-CN" altLang="en-US" sz="1800">
                <a:ea typeface="等线"/>
                <a:cs typeface="Calibri"/>
              </a:rPr>
              <a:t>One simulated large matrix – for time performance comparison</a:t>
            </a:r>
          </a:p>
        </p:txBody>
      </p:sp>
    </p:spTree>
    <p:extLst>
      <p:ext uri="{BB962C8B-B14F-4D97-AF65-F5344CB8AC3E}">
        <p14:creationId xmlns:p14="http://schemas.microsoft.com/office/powerpoint/2010/main" val="329500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3AC4973-B63C-0D58-340D-F37E2E459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zh-CN" altLang="en-US" sz="4000">
                <a:solidFill>
                  <a:srgbClr val="FFFFFF"/>
                </a:solidFill>
                <a:ea typeface="等线 Light"/>
                <a:cs typeface="Calibri Light"/>
              </a:rPr>
              <a:t>Data Sources</a:t>
            </a:r>
            <a:endParaRPr lang="zh-CN" alt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F0D5D98B-AFCB-E978-7416-A534F8C668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920885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89238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56398CF-D443-6452-B2A9-B58FF7FFD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zh-CN" altLang="en-US" sz="4000">
                <a:solidFill>
                  <a:srgbClr val="FFFFFF"/>
                </a:solidFill>
                <a:ea typeface="等线 Light"/>
                <a:cs typeface="Calibri Light"/>
              </a:rPr>
              <a:t>SVD: Deterministic vs Randomized</a:t>
            </a:r>
            <a:endParaRPr lang="zh-CN" alt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85976F20-B81D-EEB0-89D6-74E1787B56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887383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5999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110DACE-DEAB-1038-1186-17FC5F01F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zh-CN" sz="4000">
                <a:solidFill>
                  <a:srgbClr val="FFFFFF"/>
                </a:solidFill>
                <a:ea typeface="+mj-lt"/>
                <a:cs typeface="+mj-lt"/>
              </a:rPr>
              <a:t>NM</a:t>
            </a:r>
            <a:r>
              <a:rPr lang="en-US" altLang="zh-CN" sz="4000">
                <a:solidFill>
                  <a:srgbClr val="FFFFFF"/>
                </a:solidFill>
                <a:ea typeface="+mj-lt"/>
                <a:cs typeface="+mj-lt"/>
              </a:rPr>
              <a:t>F:</a:t>
            </a:r>
            <a:r>
              <a:rPr lang="zh-CN" altLang="en-US" sz="4000">
                <a:solidFill>
                  <a:srgbClr val="FFFFFF"/>
                </a:solidFill>
                <a:ea typeface="+mj-lt"/>
                <a:cs typeface="+mj-lt"/>
              </a:rPr>
              <a:t> Randomly initialized vs Random HALS</a:t>
            </a:r>
            <a:endParaRPr lang="zh-CN" sz="4000">
              <a:solidFill>
                <a:srgbClr val="FFFFFF"/>
              </a:solidFill>
            </a:endParaRPr>
          </a:p>
        </p:txBody>
      </p:sp>
      <p:graphicFrame>
        <p:nvGraphicFramePr>
          <p:cNvPr id="18" name="内容占位符 2">
            <a:extLst>
              <a:ext uri="{FF2B5EF4-FFF2-40B4-BE49-F238E27FC236}">
                <a16:creationId xmlns:a16="http://schemas.microsoft.com/office/drawing/2014/main" id="{B62ECA8F-3DA8-E9FC-F5C9-D1FFEFC363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271012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9691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026F768-69B0-E2BA-907F-37054B8629F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4907" r="-2" b="82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13EA3E1-5781-D489-284D-943CF2623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>
                <a:solidFill>
                  <a:srgbClr val="FFFFFF"/>
                </a:solidFill>
                <a:ea typeface="等线 Light"/>
                <a:cs typeface="Calibri Light"/>
              </a:rPr>
              <a:t>CUR: Top-k vs Weight Sampling</a:t>
            </a:r>
            <a:endParaRPr lang="zh-CN" altLang="en-US">
              <a:solidFill>
                <a:srgbClr val="FFFFFF"/>
              </a:solidFill>
            </a:endParaRPr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B514A5EA-19D5-8619-F66B-BFCF14A8A9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753760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26853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8525CA5-5C18-BE38-FE1C-E0D0743A0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zh-CN" altLang="en-US" sz="4800">
                <a:ea typeface="等线 Light"/>
                <a:cs typeface="Calibri Light"/>
              </a:rPr>
              <a:t>Conclusion</a:t>
            </a:r>
            <a:endParaRPr lang="zh-CN" altLang="en-US" sz="480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内容占位符 2">
            <a:extLst>
              <a:ext uri="{FF2B5EF4-FFF2-40B4-BE49-F238E27FC236}">
                <a16:creationId xmlns:a16="http://schemas.microsoft.com/office/drawing/2014/main" id="{A75A4275-F764-2D50-7D35-EF9612BC4F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9762094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4150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1810</Words>
  <Application>Microsoft Office PowerPoint</Application>
  <PresentationFormat>Grand écran</PresentationFormat>
  <Paragraphs>92</Paragraphs>
  <Slides>15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6" baseType="lpstr">
      <vt:lpstr>Office Theme</vt:lpstr>
      <vt:lpstr>Efficient Low-Rank Matrix Approximation algorithms: global comparison</vt:lpstr>
      <vt:lpstr>CONTENTS</vt:lpstr>
      <vt:lpstr>MOTIVATION AND INTRODUCTION</vt:lpstr>
      <vt:lpstr>SVD </vt:lpstr>
      <vt:lpstr>NMF</vt:lpstr>
      <vt:lpstr>Randomized or Stochastic versions</vt:lpstr>
      <vt:lpstr>CUR</vt:lpstr>
      <vt:lpstr>Présentation PowerPoint</vt:lpstr>
      <vt:lpstr>Demo for the Shiny Dashboard and Conclusion</vt:lpstr>
      <vt:lpstr>Shiny dashboard</vt:lpstr>
      <vt:lpstr>Data Sources</vt:lpstr>
      <vt:lpstr>SVD: Deterministic vs Randomized</vt:lpstr>
      <vt:lpstr>NMF: Randomly initialized vs Random HALS</vt:lpstr>
      <vt:lpstr>CUR: Top-k vs Weight Sampling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Mahamad Saleh</dc:creator>
  <cp:lastModifiedBy>Mahamad Saleh</cp:lastModifiedBy>
  <cp:revision>2</cp:revision>
  <dcterms:created xsi:type="dcterms:W3CDTF">2025-12-03T10:14:14Z</dcterms:created>
  <dcterms:modified xsi:type="dcterms:W3CDTF">2025-12-07T11:08:20Z</dcterms:modified>
</cp:coreProperties>
</file>